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3.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78" r:id="rId4"/>
    <p:sldId id="257" r:id="rId5"/>
    <p:sldId id="258" r:id="rId6"/>
    <p:sldId id="259" r:id="rId7"/>
    <p:sldId id="260" r:id="rId8"/>
    <p:sldId id="267" r:id="rId9"/>
    <p:sldId id="268" r:id="rId10"/>
    <p:sldId id="269" r:id="rId11"/>
    <p:sldId id="270" r:id="rId12"/>
    <p:sldId id="271" r:id="rId13"/>
    <p:sldId id="280" r:id="rId14"/>
    <p:sldId id="272" r:id="rId15"/>
    <p:sldId id="273" r:id="rId16"/>
    <p:sldId id="281" r:id="rId17"/>
    <p:sldId id="283" r:id="rId18"/>
    <p:sldId id="287" r:id="rId19"/>
    <p:sldId id="285" r:id="rId20"/>
    <p:sldId id="286" r:id="rId21"/>
    <p:sldId id="261" r:id="rId22"/>
    <p:sldId id="263" r:id="rId23"/>
    <p:sldId id="262" r:id="rId24"/>
    <p:sldId id="264" r:id="rId25"/>
    <p:sldId id="265" r:id="rId26"/>
    <p:sldId id="26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E8DCE8E-D85A-43B8-850D-6CE914AF197B}"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913761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E8DCE8E-D85A-43B8-850D-6CE914AF197B}"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368143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E8DCE8E-D85A-43B8-850D-6CE914AF197B}"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2470924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E8DCE8E-D85A-43B8-850D-6CE914AF197B}"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10707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E8DCE8E-D85A-43B8-850D-6CE914AF197B}" type="datetimeFigureOut">
              <a:rPr lang="en-IN" smtClean="0"/>
              <a:t>05-01-2026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2715696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E8DCE8E-D85A-43B8-850D-6CE914AF197B}" type="datetimeFigureOut">
              <a:rPr lang="en-IN" smtClean="0"/>
              <a:t>05-01-2026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2418379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8DCE8E-D85A-43B8-850D-6CE914AF197B}" type="datetimeFigureOut">
              <a:rPr lang="en-IN" smtClean="0"/>
              <a:t>05-01-2026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3667742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8DCE8E-D85A-43B8-850D-6CE914AF197B}"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756984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8DCE8E-D85A-43B8-850D-6CE914AF197B}"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184724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E8DCE8E-D85A-43B8-850D-6CE914AF197B}"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3617991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E8DCE8E-D85A-43B8-850D-6CE914AF197B}"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A7942-9D18-4E58-B88F-2B55D9D6A9D7}" type="slidenum">
              <a:rPr lang="en-IN" smtClean="0"/>
              <a:t>‹#›</a:t>
            </a:fld>
            <a:endParaRPr lang="en-IN"/>
          </a:p>
        </p:txBody>
      </p:sp>
    </p:spTree>
    <p:extLst>
      <p:ext uri="{BB962C8B-B14F-4D97-AF65-F5344CB8AC3E}">
        <p14:creationId xmlns:p14="http://schemas.microsoft.com/office/powerpoint/2010/main" val="2739747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8DCE8E-D85A-43B8-850D-6CE914AF197B}" type="datetimeFigureOut">
              <a:rPr lang="en-IN" smtClean="0"/>
              <a:t>05-01-2026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8A7942-9D18-4E58-B88F-2B55D9D6A9D7}" type="slidenum">
              <a:rPr lang="en-IN" smtClean="0"/>
              <a:t>‹#›</a:t>
            </a:fld>
            <a:endParaRPr lang="en-IN"/>
          </a:p>
        </p:txBody>
      </p:sp>
    </p:spTree>
    <p:extLst>
      <p:ext uri="{BB962C8B-B14F-4D97-AF65-F5344CB8AC3E}">
        <p14:creationId xmlns:p14="http://schemas.microsoft.com/office/powerpoint/2010/main" val="3055095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React JS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86319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0584"/>
            <a:ext cx="9911715" cy="69596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44536A"/>
                </a:solidFill>
                <a:latin typeface="Calibri Light"/>
                <a:cs typeface="Calibri Light"/>
              </a:rPr>
              <a:t>Timeline</a:t>
            </a:r>
            <a:r>
              <a:rPr spc="10" dirty="0">
                <a:solidFill>
                  <a:srgbClr val="44536A"/>
                </a:solidFill>
                <a:latin typeface="Calibri Light"/>
                <a:cs typeface="Calibri Light"/>
              </a:rPr>
              <a:t> </a:t>
            </a:r>
            <a:r>
              <a:rPr spc="-5" dirty="0">
                <a:solidFill>
                  <a:srgbClr val="44536A"/>
                </a:solidFill>
                <a:latin typeface="Calibri Light"/>
                <a:cs typeface="Calibri Light"/>
              </a:rPr>
              <a:t>of</a:t>
            </a:r>
            <a:r>
              <a:rPr spc="5" dirty="0">
                <a:solidFill>
                  <a:srgbClr val="44536A"/>
                </a:solidFill>
                <a:latin typeface="Calibri Light"/>
                <a:cs typeface="Calibri Light"/>
              </a:rPr>
              <a:t> </a:t>
            </a:r>
            <a:r>
              <a:rPr spc="-20" dirty="0">
                <a:solidFill>
                  <a:srgbClr val="44536A"/>
                </a:solidFill>
                <a:latin typeface="Calibri Light"/>
                <a:cs typeface="Calibri Light"/>
              </a:rPr>
              <a:t>front-end</a:t>
            </a:r>
            <a:r>
              <a:rPr spc="20" dirty="0">
                <a:solidFill>
                  <a:srgbClr val="44536A"/>
                </a:solidFill>
                <a:latin typeface="Calibri Light"/>
                <a:cs typeface="Calibri Light"/>
              </a:rPr>
              <a:t> </a:t>
            </a:r>
            <a:r>
              <a:rPr spc="-20" dirty="0">
                <a:solidFill>
                  <a:srgbClr val="44536A"/>
                </a:solidFill>
                <a:latin typeface="Calibri Light"/>
                <a:cs typeface="Calibri Light"/>
              </a:rPr>
              <a:t>JavaScript</a:t>
            </a:r>
            <a:r>
              <a:rPr spc="30" dirty="0">
                <a:solidFill>
                  <a:srgbClr val="44536A"/>
                </a:solidFill>
                <a:latin typeface="Calibri Light"/>
                <a:cs typeface="Calibri Light"/>
              </a:rPr>
              <a:t> </a:t>
            </a:r>
            <a:r>
              <a:rPr spc="-25" dirty="0">
                <a:solidFill>
                  <a:srgbClr val="44536A"/>
                </a:solidFill>
                <a:latin typeface="Calibri Light"/>
                <a:cs typeface="Calibri Light"/>
              </a:rPr>
              <a:t>frameworks</a:t>
            </a:r>
          </a:p>
        </p:txBody>
      </p:sp>
      <p:sp>
        <p:nvSpPr>
          <p:cNvPr id="3" name="object 3"/>
          <p:cNvSpPr/>
          <p:nvPr/>
        </p:nvSpPr>
        <p:spPr>
          <a:xfrm>
            <a:off x="838580" y="1826132"/>
            <a:ext cx="2053589" cy="3596004"/>
          </a:xfrm>
          <a:custGeom>
            <a:avLst/>
            <a:gdLst/>
            <a:ahLst/>
            <a:cxnLst/>
            <a:rect l="l" t="t" r="r" b="b"/>
            <a:pathLst>
              <a:path w="2053589" h="3596004">
                <a:moveTo>
                  <a:pt x="1848231" y="0"/>
                </a:moveTo>
                <a:lnTo>
                  <a:pt x="205359" y="0"/>
                </a:lnTo>
                <a:lnTo>
                  <a:pt x="158273" y="5423"/>
                </a:lnTo>
                <a:lnTo>
                  <a:pt x="115049" y="20873"/>
                </a:lnTo>
                <a:lnTo>
                  <a:pt x="76919" y="45116"/>
                </a:lnTo>
                <a:lnTo>
                  <a:pt x="45116" y="76919"/>
                </a:lnTo>
                <a:lnTo>
                  <a:pt x="20873" y="115049"/>
                </a:lnTo>
                <a:lnTo>
                  <a:pt x="5423" y="158273"/>
                </a:lnTo>
                <a:lnTo>
                  <a:pt x="0" y="205359"/>
                </a:lnTo>
                <a:lnTo>
                  <a:pt x="0" y="3390519"/>
                </a:lnTo>
                <a:lnTo>
                  <a:pt x="5423" y="3437604"/>
                </a:lnTo>
                <a:lnTo>
                  <a:pt x="20873" y="3480828"/>
                </a:lnTo>
                <a:lnTo>
                  <a:pt x="45116" y="3518958"/>
                </a:lnTo>
                <a:lnTo>
                  <a:pt x="76919" y="3550761"/>
                </a:lnTo>
                <a:lnTo>
                  <a:pt x="115049" y="3575004"/>
                </a:lnTo>
                <a:lnTo>
                  <a:pt x="158273" y="3590454"/>
                </a:lnTo>
                <a:lnTo>
                  <a:pt x="205359" y="3595878"/>
                </a:lnTo>
                <a:lnTo>
                  <a:pt x="1848231" y="3595878"/>
                </a:lnTo>
                <a:lnTo>
                  <a:pt x="1895316" y="3590454"/>
                </a:lnTo>
                <a:lnTo>
                  <a:pt x="1938540" y="3575004"/>
                </a:lnTo>
                <a:lnTo>
                  <a:pt x="1976670" y="3550761"/>
                </a:lnTo>
                <a:lnTo>
                  <a:pt x="2008473" y="3518958"/>
                </a:lnTo>
                <a:lnTo>
                  <a:pt x="2032716" y="3480828"/>
                </a:lnTo>
                <a:lnTo>
                  <a:pt x="2048166" y="3437604"/>
                </a:lnTo>
                <a:lnTo>
                  <a:pt x="2053589" y="3390519"/>
                </a:lnTo>
                <a:lnTo>
                  <a:pt x="2053589" y="205359"/>
                </a:lnTo>
                <a:lnTo>
                  <a:pt x="2048166" y="158273"/>
                </a:lnTo>
                <a:lnTo>
                  <a:pt x="2032716" y="115049"/>
                </a:lnTo>
                <a:lnTo>
                  <a:pt x="2008473" y="76919"/>
                </a:lnTo>
                <a:lnTo>
                  <a:pt x="1976670" y="45116"/>
                </a:lnTo>
                <a:lnTo>
                  <a:pt x="1938540" y="20873"/>
                </a:lnTo>
                <a:lnTo>
                  <a:pt x="1895316" y="5423"/>
                </a:lnTo>
                <a:lnTo>
                  <a:pt x="1848231" y="0"/>
                </a:lnTo>
                <a:close/>
              </a:path>
            </a:pathLst>
          </a:custGeom>
          <a:solidFill>
            <a:srgbClr val="4471C4"/>
          </a:solidFill>
        </p:spPr>
        <p:txBody>
          <a:bodyPr wrap="square" lIns="0" tIns="0" rIns="0" bIns="0" rtlCol="0"/>
          <a:lstStyle/>
          <a:p>
            <a:endParaRPr/>
          </a:p>
        </p:txBody>
      </p:sp>
      <p:sp>
        <p:nvSpPr>
          <p:cNvPr id="4" name="object 4"/>
          <p:cNvSpPr txBox="1"/>
          <p:nvPr/>
        </p:nvSpPr>
        <p:spPr>
          <a:xfrm>
            <a:off x="1214396" y="3471042"/>
            <a:ext cx="1303020" cy="930910"/>
          </a:xfrm>
          <a:prstGeom prst="rect">
            <a:avLst/>
          </a:prstGeom>
        </p:spPr>
        <p:txBody>
          <a:bodyPr vert="horz" wrap="square" lIns="0" tIns="60960" rIns="0" bIns="0" rtlCol="0">
            <a:spAutoFit/>
          </a:bodyPr>
          <a:lstStyle/>
          <a:p>
            <a:pPr marL="131445" marR="5080" indent="-119380">
              <a:lnSpc>
                <a:spcPts val="3400"/>
              </a:lnSpc>
              <a:spcBef>
                <a:spcPts val="480"/>
              </a:spcBef>
            </a:pPr>
            <a:r>
              <a:rPr sz="3100" dirty="0">
                <a:solidFill>
                  <a:srgbClr val="FFFFFF"/>
                </a:solidFill>
                <a:latin typeface="Calibri"/>
                <a:cs typeface="Calibri"/>
              </a:rPr>
              <a:t>jQu</a:t>
            </a:r>
            <a:r>
              <a:rPr sz="3100" spc="-5" dirty="0">
                <a:solidFill>
                  <a:srgbClr val="FFFFFF"/>
                </a:solidFill>
                <a:latin typeface="Calibri"/>
                <a:cs typeface="Calibri"/>
              </a:rPr>
              <a:t>e</a:t>
            </a:r>
            <a:r>
              <a:rPr sz="3100" spc="15" dirty="0">
                <a:solidFill>
                  <a:srgbClr val="FFFFFF"/>
                </a:solidFill>
                <a:latin typeface="Calibri"/>
                <a:cs typeface="Calibri"/>
              </a:rPr>
              <a:t>r</a:t>
            </a:r>
            <a:r>
              <a:rPr sz="3100" dirty="0">
                <a:solidFill>
                  <a:srgbClr val="FFFFFF"/>
                </a:solidFill>
                <a:latin typeface="Calibri"/>
                <a:cs typeface="Calibri"/>
              </a:rPr>
              <a:t>y*  (2006)</a:t>
            </a:r>
            <a:endParaRPr sz="3100">
              <a:latin typeface="Calibri"/>
              <a:cs typeface="Calibri"/>
            </a:endParaRPr>
          </a:p>
        </p:txBody>
      </p:sp>
      <p:grpSp>
        <p:nvGrpSpPr>
          <p:cNvPr id="5" name="object 5"/>
          <p:cNvGrpSpPr/>
          <p:nvPr/>
        </p:nvGrpSpPr>
        <p:grpSpPr>
          <a:xfrm>
            <a:off x="1260157" y="1826132"/>
            <a:ext cx="3747770" cy="3596004"/>
            <a:chOff x="1260157" y="1826132"/>
            <a:chExt cx="3747770" cy="3596004"/>
          </a:xfrm>
        </p:grpSpPr>
        <p:pic>
          <p:nvPicPr>
            <p:cNvPr id="6" name="object 6"/>
            <p:cNvPicPr/>
            <p:nvPr/>
          </p:nvPicPr>
          <p:blipFill>
            <a:blip r:embed="rId2" cstate="print"/>
            <a:stretch>
              <a:fillRect/>
            </a:stretch>
          </p:blipFill>
          <p:spPr>
            <a:xfrm>
              <a:off x="1266825" y="2041778"/>
              <a:ext cx="1197101" cy="1197863"/>
            </a:xfrm>
            <a:prstGeom prst="rect">
              <a:avLst/>
            </a:prstGeom>
          </p:spPr>
        </p:pic>
        <p:sp>
          <p:nvSpPr>
            <p:cNvPr id="7" name="object 7"/>
            <p:cNvSpPr/>
            <p:nvPr/>
          </p:nvSpPr>
          <p:spPr>
            <a:xfrm>
              <a:off x="1266824" y="2041778"/>
              <a:ext cx="1197610" cy="1198245"/>
            </a:xfrm>
            <a:custGeom>
              <a:avLst/>
              <a:gdLst/>
              <a:ahLst/>
              <a:cxnLst/>
              <a:rect l="l" t="t" r="r" b="b"/>
              <a:pathLst>
                <a:path w="1197610" h="1198245">
                  <a:moveTo>
                    <a:pt x="0" y="598932"/>
                  </a:moveTo>
                  <a:lnTo>
                    <a:pt x="1984" y="549809"/>
                  </a:lnTo>
                  <a:lnTo>
                    <a:pt x="7834" y="501781"/>
                  </a:lnTo>
                  <a:lnTo>
                    <a:pt x="17395" y="455000"/>
                  </a:lnTo>
                  <a:lnTo>
                    <a:pt x="30514" y="409621"/>
                  </a:lnTo>
                  <a:lnTo>
                    <a:pt x="47037" y="365799"/>
                  </a:lnTo>
                  <a:lnTo>
                    <a:pt x="66809" y="323686"/>
                  </a:lnTo>
                  <a:lnTo>
                    <a:pt x="89677" y="283438"/>
                  </a:lnTo>
                  <a:lnTo>
                    <a:pt x="115486" y="245209"/>
                  </a:lnTo>
                  <a:lnTo>
                    <a:pt x="144082" y="209152"/>
                  </a:lnTo>
                  <a:lnTo>
                    <a:pt x="175312" y="175421"/>
                  </a:lnTo>
                  <a:lnTo>
                    <a:pt x="209021" y="144172"/>
                  </a:lnTo>
                  <a:lnTo>
                    <a:pt x="245055" y="115558"/>
                  </a:lnTo>
                  <a:lnTo>
                    <a:pt x="283260" y="89733"/>
                  </a:lnTo>
                  <a:lnTo>
                    <a:pt x="323483" y="66851"/>
                  </a:lnTo>
                  <a:lnTo>
                    <a:pt x="365568" y="47066"/>
                  </a:lnTo>
                  <a:lnTo>
                    <a:pt x="409363" y="30533"/>
                  </a:lnTo>
                  <a:lnTo>
                    <a:pt x="454713" y="17406"/>
                  </a:lnTo>
                  <a:lnTo>
                    <a:pt x="501463" y="7838"/>
                  </a:lnTo>
                  <a:lnTo>
                    <a:pt x="549460" y="1985"/>
                  </a:lnTo>
                  <a:lnTo>
                    <a:pt x="598551" y="0"/>
                  </a:lnTo>
                  <a:lnTo>
                    <a:pt x="647641" y="1985"/>
                  </a:lnTo>
                  <a:lnTo>
                    <a:pt x="695638" y="7838"/>
                  </a:lnTo>
                  <a:lnTo>
                    <a:pt x="742388" y="17406"/>
                  </a:lnTo>
                  <a:lnTo>
                    <a:pt x="787738" y="30533"/>
                  </a:lnTo>
                  <a:lnTo>
                    <a:pt x="831533" y="47066"/>
                  </a:lnTo>
                  <a:lnTo>
                    <a:pt x="873618" y="66851"/>
                  </a:lnTo>
                  <a:lnTo>
                    <a:pt x="913841" y="89733"/>
                  </a:lnTo>
                  <a:lnTo>
                    <a:pt x="952046" y="115558"/>
                  </a:lnTo>
                  <a:lnTo>
                    <a:pt x="988080" y="144172"/>
                  </a:lnTo>
                  <a:lnTo>
                    <a:pt x="1021789" y="175421"/>
                  </a:lnTo>
                  <a:lnTo>
                    <a:pt x="1053019" y="209152"/>
                  </a:lnTo>
                  <a:lnTo>
                    <a:pt x="1081615" y="245209"/>
                  </a:lnTo>
                  <a:lnTo>
                    <a:pt x="1107424" y="283438"/>
                  </a:lnTo>
                  <a:lnTo>
                    <a:pt x="1130292" y="323686"/>
                  </a:lnTo>
                  <a:lnTo>
                    <a:pt x="1150064" y="365799"/>
                  </a:lnTo>
                  <a:lnTo>
                    <a:pt x="1166587" y="409621"/>
                  </a:lnTo>
                  <a:lnTo>
                    <a:pt x="1179706" y="455000"/>
                  </a:lnTo>
                  <a:lnTo>
                    <a:pt x="1189267" y="501781"/>
                  </a:lnTo>
                  <a:lnTo>
                    <a:pt x="1195117" y="549809"/>
                  </a:lnTo>
                  <a:lnTo>
                    <a:pt x="1197102" y="598932"/>
                  </a:lnTo>
                  <a:lnTo>
                    <a:pt x="1195117" y="648054"/>
                  </a:lnTo>
                  <a:lnTo>
                    <a:pt x="1189267" y="696082"/>
                  </a:lnTo>
                  <a:lnTo>
                    <a:pt x="1179706" y="742863"/>
                  </a:lnTo>
                  <a:lnTo>
                    <a:pt x="1166587" y="788242"/>
                  </a:lnTo>
                  <a:lnTo>
                    <a:pt x="1150064" y="832064"/>
                  </a:lnTo>
                  <a:lnTo>
                    <a:pt x="1130292" y="874177"/>
                  </a:lnTo>
                  <a:lnTo>
                    <a:pt x="1107424" y="914425"/>
                  </a:lnTo>
                  <a:lnTo>
                    <a:pt x="1081615" y="952654"/>
                  </a:lnTo>
                  <a:lnTo>
                    <a:pt x="1053019" y="988711"/>
                  </a:lnTo>
                  <a:lnTo>
                    <a:pt x="1021789" y="1022442"/>
                  </a:lnTo>
                  <a:lnTo>
                    <a:pt x="988080" y="1053691"/>
                  </a:lnTo>
                  <a:lnTo>
                    <a:pt x="952046" y="1082305"/>
                  </a:lnTo>
                  <a:lnTo>
                    <a:pt x="913841" y="1108130"/>
                  </a:lnTo>
                  <a:lnTo>
                    <a:pt x="873618" y="1131012"/>
                  </a:lnTo>
                  <a:lnTo>
                    <a:pt x="831533" y="1150797"/>
                  </a:lnTo>
                  <a:lnTo>
                    <a:pt x="787738" y="1167330"/>
                  </a:lnTo>
                  <a:lnTo>
                    <a:pt x="742388" y="1180457"/>
                  </a:lnTo>
                  <a:lnTo>
                    <a:pt x="695638" y="1190025"/>
                  </a:lnTo>
                  <a:lnTo>
                    <a:pt x="647641" y="1195878"/>
                  </a:lnTo>
                  <a:lnTo>
                    <a:pt x="598551" y="1197864"/>
                  </a:lnTo>
                  <a:lnTo>
                    <a:pt x="549460" y="1195878"/>
                  </a:lnTo>
                  <a:lnTo>
                    <a:pt x="501463" y="1190025"/>
                  </a:lnTo>
                  <a:lnTo>
                    <a:pt x="454713" y="1180457"/>
                  </a:lnTo>
                  <a:lnTo>
                    <a:pt x="409363" y="1167330"/>
                  </a:lnTo>
                  <a:lnTo>
                    <a:pt x="365568" y="1150797"/>
                  </a:lnTo>
                  <a:lnTo>
                    <a:pt x="323483" y="1131012"/>
                  </a:lnTo>
                  <a:lnTo>
                    <a:pt x="283260" y="1108130"/>
                  </a:lnTo>
                  <a:lnTo>
                    <a:pt x="245055" y="1082305"/>
                  </a:lnTo>
                  <a:lnTo>
                    <a:pt x="209021" y="1053691"/>
                  </a:lnTo>
                  <a:lnTo>
                    <a:pt x="175312" y="1022442"/>
                  </a:lnTo>
                  <a:lnTo>
                    <a:pt x="144082" y="988711"/>
                  </a:lnTo>
                  <a:lnTo>
                    <a:pt x="115486" y="952654"/>
                  </a:lnTo>
                  <a:lnTo>
                    <a:pt x="89677" y="914425"/>
                  </a:lnTo>
                  <a:lnTo>
                    <a:pt x="66809" y="874177"/>
                  </a:lnTo>
                  <a:lnTo>
                    <a:pt x="47037" y="832064"/>
                  </a:lnTo>
                  <a:lnTo>
                    <a:pt x="30514" y="788242"/>
                  </a:lnTo>
                  <a:lnTo>
                    <a:pt x="17395" y="742863"/>
                  </a:lnTo>
                  <a:lnTo>
                    <a:pt x="7834" y="696082"/>
                  </a:lnTo>
                  <a:lnTo>
                    <a:pt x="1984" y="648054"/>
                  </a:lnTo>
                  <a:lnTo>
                    <a:pt x="0" y="598932"/>
                  </a:lnTo>
                  <a:close/>
                </a:path>
              </a:pathLst>
            </a:custGeom>
            <a:ln w="12954">
              <a:solidFill>
                <a:srgbClr val="FFFFFF"/>
              </a:solidFill>
            </a:ln>
          </p:spPr>
          <p:txBody>
            <a:bodyPr wrap="square" lIns="0" tIns="0" rIns="0" bIns="0" rtlCol="0"/>
            <a:lstStyle/>
            <a:p>
              <a:endParaRPr/>
            </a:p>
          </p:txBody>
        </p:sp>
        <p:sp>
          <p:nvSpPr>
            <p:cNvPr id="8" name="object 8"/>
            <p:cNvSpPr/>
            <p:nvPr/>
          </p:nvSpPr>
          <p:spPr>
            <a:xfrm>
              <a:off x="2953893" y="1826132"/>
              <a:ext cx="2053589" cy="3596004"/>
            </a:xfrm>
            <a:custGeom>
              <a:avLst/>
              <a:gdLst/>
              <a:ahLst/>
              <a:cxnLst/>
              <a:rect l="l" t="t" r="r" b="b"/>
              <a:pathLst>
                <a:path w="2053589" h="3596004">
                  <a:moveTo>
                    <a:pt x="1848231" y="0"/>
                  </a:moveTo>
                  <a:lnTo>
                    <a:pt x="205359" y="0"/>
                  </a:lnTo>
                  <a:lnTo>
                    <a:pt x="158273" y="5423"/>
                  </a:lnTo>
                  <a:lnTo>
                    <a:pt x="115049" y="20873"/>
                  </a:lnTo>
                  <a:lnTo>
                    <a:pt x="76919" y="45116"/>
                  </a:lnTo>
                  <a:lnTo>
                    <a:pt x="45116" y="76919"/>
                  </a:lnTo>
                  <a:lnTo>
                    <a:pt x="20873" y="115049"/>
                  </a:lnTo>
                  <a:lnTo>
                    <a:pt x="5423" y="158273"/>
                  </a:lnTo>
                  <a:lnTo>
                    <a:pt x="0" y="205359"/>
                  </a:lnTo>
                  <a:lnTo>
                    <a:pt x="0" y="3390519"/>
                  </a:lnTo>
                  <a:lnTo>
                    <a:pt x="5423" y="3437604"/>
                  </a:lnTo>
                  <a:lnTo>
                    <a:pt x="20873" y="3480828"/>
                  </a:lnTo>
                  <a:lnTo>
                    <a:pt x="45116" y="3518958"/>
                  </a:lnTo>
                  <a:lnTo>
                    <a:pt x="76919" y="3550761"/>
                  </a:lnTo>
                  <a:lnTo>
                    <a:pt x="115049" y="3575004"/>
                  </a:lnTo>
                  <a:lnTo>
                    <a:pt x="158273" y="3590454"/>
                  </a:lnTo>
                  <a:lnTo>
                    <a:pt x="205359" y="3595878"/>
                  </a:lnTo>
                  <a:lnTo>
                    <a:pt x="1848231" y="3595878"/>
                  </a:lnTo>
                  <a:lnTo>
                    <a:pt x="1895316" y="3590454"/>
                  </a:lnTo>
                  <a:lnTo>
                    <a:pt x="1938540" y="3575004"/>
                  </a:lnTo>
                  <a:lnTo>
                    <a:pt x="1976670" y="3550761"/>
                  </a:lnTo>
                  <a:lnTo>
                    <a:pt x="2008473" y="3518958"/>
                  </a:lnTo>
                  <a:lnTo>
                    <a:pt x="2032716" y="3480828"/>
                  </a:lnTo>
                  <a:lnTo>
                    <a:pt x="2048166" y="3437604"/>
                  </a:lnTo>
                  <a:lnTo>
                    <a:pt x="2053589" y="3390519"/>
                  </a:lnTo>
                  <a:lnTo>
                    <a:pt x="2053589" y="205359"/>
                  </a:lnTo>
                  <a:lnTo>
                    <a:pt x="2048166" y="158273"/>
                  </a:lnTo>
                  <a:lnTo>
                    <a:pt x="2032716" y="115049"/>
                  </a:lnTo>
                  <a:lnTo>
                    <a:pt x="2008473" y="76919"/>
                  </a:lnTo>
                  <a:lnTo>
                    <a:pt x="1976670" y="45116"/>
                  </a:lnTo>
                  <a:lnTo>
                    <a:pt x="1938540" y="20873"/>
                  </a:lnTo>
                  <a:lnTo>
                    <a:pt x="1895316" y="5423"/>
                  </a:lnTo>
                  <a:lnTo>
                    <a:pt x="1848231" y="0"/>
                  </a:lnTo>
                  <a:close/>
                </a:path>
              </a:pathLst>
            </a:custGeom>
            <a:solidFill>
              <a:srgbClr val="4471C4"/>
            </a:solidFill>
          </p:spPr>
          <p:txBody>
            <a:bodyPr wrap="square" lIns="0" tIns="0" rIns="0" bIns="0" rtlCol="0"/>
            <a:lstStyle/>
            <a:p>
              <a:endParaRPr/>
            </a:p>
          </p:txBody>
        </p:sp>
      </p:grpSp>
      <p:sp>
        <p:nvSpPr>
          <p:cNvPr id="9" name="object 9"/>
          <p:cNvSpPr txBox="1"/>
          <p:nvPr/>
        </p:nvSpPr>
        <p:spPr>
          <a:xfrm>
            <a:off x="3191885" y="3471042"/>
            <a:ext cx="1576070" cy="930910"/>
          </a:xfrm>
          <a:prstGeom prst="rect">
            <a:avLst/>
          </a:prstGeom>
        </p:spPr>
        <p:txBody>
          <a:bodyPr vert="horz" wrap="square" lIns="0" tIns="60960" rIns="0" bIns="0" rtlCol="0">
            <a:spAutoFit/>
          </a:bodyPr>
          <a:lstStyle/>
          <a:p>
            <a:pPr marL="269240" marR="5080" indent="-257175">
              <a:lnSpc>
                <a:spcPts val="3400"/>
              </a:lnSpc>
              <a:spcBef>
                <a:spcPts val="480"/>
              </a:spcBef>
            </a:pPr>
            <a:r>
              <a:rPr sz="3100" spc="-5" dirty="0">
                <a:solidFill>
                  <a:srgbClr val="FFFFFF"/>
                </a:solidFill>
                <a:latin typeface="Calibri"/>
                <a:cs typeface="Calibri"/>
              </a:rPr>
              <a:t>A</a:t>
            </a:r>
            <a:r>
              <a:rPr sz="3100" dirty="0">
                <a:solidFill>
                  <a:srgbClr val="FFFFFF"/>
                </a:solidFill>
                <a:latin typeface="Calibri"/>
                <a:cs typeface="Calibri"/>
              </a:rPr>
              <a:t>n</a:t>
            </a:r>
            <a:r>
              <a:rPr sz="3100" spc="-5" dirty="0">
                <a:solidFill>
                  <a:srgbClr val="FFFFFF"/>
                </a:solidFill>
                <a:latin typeface="Calibri"/>
                <a:cs typeface="Calibri"/>
              </a:rPr>
              <a:t>g</a:t>
            </a:r>
            <a:r>
              <a:rPr sz="3100" dirty="0">
                <a:solidFill>
                  <a:srgbClr val="FFFFFF"/>
                </a:solidFill>
                <a:latin typeface="Calibri"/>
                <a:cs typeface="Calibri"/>
              </a:rPr>
              <a:t>ula</a:t>
            </a:r>
            <a:r>
              <a:rPr sz="3100" spc="-5" dirty="0">
                <a:solidFill>
                  <a:srgbClr val="FFFFFF"/>
                </a:solidFill>
                <a:latin typeface="Calibri"/>
                <a:cs typeface="Calibri"/>
              </a:rPr>
              <a:t>r</a:t>
            </a:r>
            <a:r>
              <a:rPr sz="3100" dirty="0">
                <a:solidFill>
                  <a:srgbClr val="FFFFFF"/>
                </a:solidFill>
                <a:latin typeface="Calibri"/>
                <a:cs typeface="Calibri"/>
              </a:rPr>
              <a:t>JS  (2010)</a:t>
            </a:r>
            <a:endParaRPr sz="3100">
              <a:latin typeface="Calibri"/>
              <a:cs typeface="Calibri"/>
            </a:endParaRPr>
          </a:p>
        </p:txBody>
      </p:sp>
      <p:grpSp>
        <p:nvGrpSpPr>
          <p:cNvPr id="10" name="object 10"/>
          <p:cNvGrpSpPr/>
          <p:nvPr/>
        </p:nvGrpSpPr>
        <p:grpSpPr>
          <a:xfrm>
            <a:off x="3375469" y="1826131"/>
            <a:ext cx="3748404" cy="3596004"/>
            <a:chOff x="3375469" y="1826131"/>
            <a:chExt cx="3748404" cy="3596004"/>
          </a:xfrm>
        </p:grpSpPr>
        <p:pic>
          <p:nvPicPr>
            <p:cNvPr id="11" name="object 11"/>
            <p:cNvPicPr/>
            <p:nvPr/>
          </p:nvPicPr>
          <p:blipFill>
            <a:blip r:embed="rId3" cstate="print"/>
            <a:stretch>
              <a:fillRect/>
            </a:stretch>
          </p:blipFill>
          <p:spPr>
            <a:xfrm>
              <a:off x="3382137" y="2041779"/>
              <a:ext cx="1197863" cy="1197863"/>
            </a:xfrm>
            <a:prstGeom prst="rect">
              <a:avLst/>
            </a:prstGeom>
          </p:spPr>
        </p:pic>
        <p:sp>
          <p:nvSpPr>
            <p:cNvPr id="12" name="object 12"/>
            <p:cNvSpPr/>
            <p:nvPr/>
          </p:nvSpPr>
          <p:spPr>
            <a:xfrm>
              <a:off x="3382137" y="2041779"/>
              <a:ext cx="1198245" cy="1198245"/>
            </a:xfrm>
            <a:custGeom>
              <a:avLst/>
              <a:gdLst/>
              <a:ahLst/>
              <a:cxnLst/>
              <a:rect l="l" t="t" r="r" b="b"/>
              <a:pathLst>
                <a:path w="1198245" h="1198245">
                  <a:moveTo>
                    <a:pt x="0" y="598932"/>
                  </a:moveTo>
                  <a:lnTo>
                    <a:pt x="1985" y="549809"/>
                  </a:lnTo>
                  <a:lnTo>
                    <a:pt x="7838" y="501781"/>
                  </a:lnTo>
                  <a:lnTo>
                    <a:pt x="17406" y="455000"/>
                  </a:lnTo>
                  <a:lnTo>
                    <a:pt x="30533" y="409621"/>
                  </a:lnTo>
                  <a:lnTo>
                    <a:pt x="47066" y="365799"/>
                  </a:lnTo>
                  <a:lnTo>
                    <a:pt x="66851" y="323686"/>
                  </a:lnTo>
                  <a:lnTo>
                    <a:pt x="89733" y="283438"/>
                  </a:lnTo>
                  <a:lnTo>
                    <a:pt x="115558" y="245209"/>
                  </a:lnTo>
                  <a:lnTo>
                    <a:pt x="144172" y="209152"/>
                  </a:lnTo>
                  <a:lnTo>
                    <a:pt x="175421" y="175421"/>
                  </a:lnTo>
                  <a:lnTo>
                    <a:pt x="209152" y="144172"/>
                  </a:lnTo>
                  <a:lnTo>
                    <a:pt x="245209" y="115558"/>
                  </a:lnTo>
                  <a:lnTo>
                    <a:pt x="283438" y="89733"/>
                  </a:lnTo>
                  <a:lnTo>
                    <a:pt x="323686" y="66851"/>
                  </a:lnTo>
                  <a:lnTo>
                    <a:pt x="365799" y="47066"/>
                  </a:lnTo>
                  <a:lnTo>
                    <a:pt x="409621" y="30533"/>
                  </a:lnTo>
                  <a:lnTo>
                    <a:pt x="455000" y="17406"/>
                  </a:lnTo>
                  <a:lnTo>
                    <a:pt x="501781" y="7838"/>
                  </a:lnTo>
                  <a:lnTo>
                    <a:pt x="549809" y="1985"/>
                  </a:lnTo>
                  <a:lnTo>
                    <a:pt x="598932" y="0"/>
                  </a:lnTo>
                  <a:lnTo>
                    <a:pt x="648054" y="1985"/>
                  </a:lnTo>
                  <a:lnTo>
                    <a:pt x="696082" y="7838"/>
                  </a:lnTo>
                  <a:lnTo>
                    <a:pt x="742863" y="17406"/>
                  </a:lnTo>
                  <a:lnTo>
                    <a:pt x="788242" y="30533"/>
                  </a:lnTo>
                  <a:lnTo>
                    <a:pt x="832064" y="47066"/>
                  </a:lnTo>
                  <a:lnTo>
                    <a:pt x="874177" y="66851"/>
                  </a:lnTo>
                  <a:lnTo>
                    <a:pt x="914425" y="89733"/>
                  </a:lnTo>
                  <a:lnTo>
                    <a:pt x="952654" y="115558"/>
                  </a:lnTo>
                  <a:lnTo>
                    <a:pt x="988711" y="144172"/>
                  </a:lnTo>
                  <a:lnTo>
                    <a:pt x="1022442" y="175421"/>
                  </a:lnTo>
                  <a:lnTo>
                    <a:pt x="1053691" y="209152"/>
                  </a:lnTo>
                  <a:lnTo>
                    <a:pt x="1082305" y="245209"/>
                  </a:lnTo>
                  <a:lnTo>
                    <a:pt x="1108130" y="283438"/>
                  </a:lnTo>
                  <a:lnTo>
                    <a:pt x="1131012" y="323686"/>
                  </a:lnTo>
                  <a:lnTo>
                    <a:pt x="1150797" y="365799"/>
                  </a:lnTo>
                  <a:lnTo>
                    <a:pt x="1167330" y="409621"/>
                  </a:lnTo>
                  <a:lnTo>
                    <a:pt x="1180457" y="455000"/>
                  </a:lnTo>
                  <a:lnTo>
                    <a:pt x="1190025" y="501781"/>
                  </a:lnTo>
                  <a:lnTo>
                    <a:pt x="1195878" y="549809"/>
                  </a:lnTo>
                  <a:lnTo>
                    <a:pt x="1197864" y="598932"/>
                  </a:lnTo>
                  <a:lnTo>
                    <a:pt x="1195878" y="648054"/>
                  </a:lnTo>
                  <a:lnTo>
                    <a:pt x="1190025" y="696082"/>
                  </a:lnTo>
                  <a:lnTo>
                    <a:pt x="1180457" y="742863"/>
                  </a:lnTo>
                  <a:lnTo>
                    <a:pt x="1167330" y="788242"/>
                  </a:lnTo>
                  <a:lnTo>
                    <a:pt x="1150797" y="832064"/>
                  </a:lnTo>
                  <a:lnTo>
                    <a:pt x="1131012" y="874177"/>
                  </a:lnTo>
                  <a:lnTo>
                    <a:pt x="1108130" y="914425"/>
                  </a:lnTo>
                  <a:lnTo>
                    <a:pt x="1082305" y="952654"/>
                  </a:lnTo>
                  <a:lnTo>
                    <a:pt x="1053691" y="988711"/>
                  </a:lnTo>
                  <a:lnTo>
                    <a:pt x="1022442" y="1022442"/>
                  </a:lnTo>
                  <a:lnTo>
                    <a:pt x="988711" y="1053691"/>
                  </a:lnTo>
                  <a:lnTo>
                    <a:pt x="952654" y="1082305"/>
                  </a:lnTo>
                  <a:lnTo>
                    <a:pt x="914425" y="1108130"/>
                  </a:lnTo>
                  <a:lnTo>
                    <a:pt x="874177" y="1131012"/>
                  </a:lnTo>
                  <a:lnTo>
                    <a:pt x="832064" y="1150797"/>
                  </a:lnTo>
                  <a:lnTo>
                    <a:pt x="788242" y="1167330"/>
                  </a:lnTo>
                  <a:lnTo>
                    <a:pt x="742863" y="1180457"/>
                  </a:lnTo>
                  <a:lnTo>
                    <a:pt x="696082" y="1190025"/>
                  </a:lnTo>
                  <a:lnTo>
                    <a:pt x="648054" y="1195878"/>
                  </a:lnTo>
                  <a:lnTo>
                    <a:pt x="598932" y="1197864"/>
                  </a:lnTo>
                  <a:lnTo>
                    <a:pt x="549809" y="1195878"/>
                  </a:lnTo>
                  <a:lnTo>
                    <a:pt x="501781" y="1190025"/>
                  </a:lnTo>
                  <a:lnTo>
                    <a:pt x="455000" y="1180457"/>
                  </a:lnTo>
                  <a:lnTo>
                    <a:pt x="409621" y="1167330"/>
                  </a:lnTo>
                  <a:lnTo>
                    <a:pt x="365799" y="1150797"/>
                  </a:lnTo>
                  <a:lnTo>
                    <a:pt x="323686" y="1131012"/>
                  </a:lnTo>
                  <a:lnTo>
                    <a:pt x="283438" y="1108130"/>
                  </a:lnTo>
                  <a:lnTo>
                    <a:pt x="245209" y="1082305"/>
                  </a:lnTo>
                  <a:lnTo>
                    <a:pt x="209152" y="1053691"/>
                  </a:lnTo>
                  <a:lnTo>
                    <a:pt x="175421" y="1022442"/>
                  </a:lnTo>
                  <a:lnTo>
                    <a:pt x="144172" y="988711"/>
                  </a:lnTo>
                  <a:lnTo>
                    <a:pt x="115558" y="952654"/>
                  </a:lnTo>
                  <a:lnTo>
                    <a:pt x="89733" y="914425"/>
                  </a:lnTo>
                  <a:lnTo>
                    <a:pt x="66851" y="874177"/>
                  </a:lnTo>
                  <a:lnTo>
                    <a:pt x="47066" y="832064"/>
                  </a:lnTo>
                  <a:lnTo>
                    <a:pt x="30533" y="788242"/>
                  </a:lnTo>
                  <a:lnTo>
                    <a:pt x="17406" y="742863"/>
                  </a:lnTo>
                  <a:lnTo>
                    <a:pt x="7838" y="696082"/>
                  </a:lnTo>
                  <a:lnTo>
                    <a:pt x="1985" y="648054"/>
                  </a:lnTo>
                  <a:lnTo>
                    <a:pt x="0" y="598932"/>
                  </a:lnTo>
                  <a:close/>
                </a:path>
              </a:pathLst>
            </a:custGeom>
            <a:ln w="12954">
              <a:solidFill>
                <a:srgbClr val="FFFFFF"/>
              </a:solidFill>
            </a:ln>
          </p:spPr>
          <p:txBody>
            <a:bodyPr wrap="square" lIns="0" tIns="0" rIns="0" bIns="0" rtlCol="0"/>
            <a:lstStyle/>
            <a:p>
              <a:endParaRPr/>
            </a:p>
          </p:txBody>
        </p:sp>
        <p:sp>
          <p:nvSpPr>
            <p:cNvPr id="13" name="object 13"/>
            <p:cNvSpPr/>
            <p:nvPr/>
          </p:nvSpPr>
          <p:spPr>
            <a:xfrm>
              <a:off x="5069205" y="1826131"/>
              <a:ext cx="2054860" cy="3596004"/>
            </a:xfrm>
            <a:custGeom>
              <a:avLst/>
              <a:gdLst/>
              <a:ahLst/>
              <a:cxnLst/>
              <a:rect l="l" t="t" r="r" b="b"/>
              <a:pathLst>
                <a:path w="2054859" h="3596004">
                  <a:moveTo>
                    <a:pt x="1848916" y="0"/>
                  </a:moveTo>
                  <a:lnTo>
                    <a:pt x="205435" y="0"/>
                  </a:lnTo>
                  <a:lnTo>
                    <a:pt x="158329" y="5425"/>
                  </a:lnTo>
                  <a:lnTo>
                    <a:pt x="115088" y="20880"/>
                  </a:lnTo>
                  <a:lnTo>
                    <a:pt x="76944" y="45130"/>
                  </a:lnTo>
                  <a:lnTo>
                    <a:pt x="45130" y="76944"/>
                  </a:lnTo>
                  <a:lnTo>
                    <a:pt x="20880" y="115088"/>
                  </a:lnTo>
                  <a:lnTo>
                    <a:pt x="5425" y="158329"/>
                  </a:lnTo>
                  <a:lnTo>
                    <a:pt x="0" y="205435"/>
                  </a:lnTo>
                  <a:lnTo>
                    <a:pt x="0" y="3390442"/>
                  </a:lnTo>
                  <a:lnTo>
                    <a:pt x="5425" y="3437548"/>
                  </a:lnTo>
                  <a:lnTo>
                    <a:pt x="20880" y="3480789"/>
                  </a:lnTo>
                  <a:lnTo>
                    <a:pt x="45130" y="3518933"/>
                  </a:lnTo>
                  <a:lnTo>
                    <a:pt x="76944" y="3550747"/>
                  </a:lnTo>
                  <a:lnTo>
                    <a:pt x="115088" y="3574997"/>
                  </a:lnTo>
                  <a:lnTo>
                    <a:pt x="158329" y="3590452"/>
                  </a:lnTo>
                  <a:lnTo>
                    <a:pt x="205435" y="3595878"/>
                  </a:lnTo>
                  <a:lnTo>
                    <a:pt x="1848916" y="3595878"/>
                  </a:lnTo>
                  <a:lnTo>
                    <a:pt x="1896022" y="3590452"/>
                  </a:lnTo>
                  <a:lnTo>
                    <a:pt x="1939263" y="3574997"/>
                  </a:lnTo>
                  <a:lnTo>
                    <a:pt x="1977407" y="3550747"/>
                  </a:lnTo>
                  <a:lnTo>
                    <a:pt x="2009221" y="3518933"/>
                  </a:lnTo>
                  <a:lnTo>
                    <a:pt x="2033471" y="3480789"/>
                  </a:lnTo>
                  <a:lnTo>
                    <a:pt x="2048926" y="3437548"/>
                  </a:lnTo>
                  <a:lnTo>
                    <a:pt x="2054352" y="3390442"/>
                  </a:lnTo>
                  <a:lnTo>
                    <a:pt x="2054352" y="205435"/>
                  </a:lnTo>
                  <a:lnTo>
                    <a:pt x="2048926" y="158329"/>
                  </a:lnTo>
                  <a:lnTo>
                    <a:pt x="2033471" y="115088"/>
                  </a:lnTo>
                  <a:lnTo>
                    <a:pt x="2009221" y="76944"/>
                  </a:lnTo>
                  <a:lnTo>
                    <a:pt x="1977407" y="45130"/>
                  </a:lnTo>
                  <a:lnTo>
                    <a:pt x="1939263" y="20880"/>
                  </a:lnTo>
                  <a:lnTo>
                    <a:pt x="1896022" y="5425"/>
                  </a:lnTo>
                  <a:lnTo>
                    <a:pt x="1848916" y="0"/>
                  </a:lnTo>
                  <a:close/>
                </a:path>
              </a:pathLst>
            </a:custGeom>
            <a:solidFill>
              <a:srgbClr val="4471C4"/>
            </a:solidFill>
          </p:spPr>
          <p:txBody>
            <a:bodyPr wrap="square" lIns="0" tIns="0" rIns="0" bIns="0" rtlCol="0"/>
            <a:lstStyle/>
            <a:p>
              <a:endParaRPr/>
            </a:p>
          </p:txBody>
        </p:sp>
      </p:grpSp>
      <p:sp>
        <p:nvSpPr>
          <p:cNvPr id="14" name="object 14"/>
          <p:cNvSpPr txBox="1"/>
          <p:nvPr/>
        </p:nvSpPr>
        <p:spPr>
          <a:xfrm>
            <a:off x="5563973" y="3471042"/>
            <a:ext cx="1063625" cy="930910"/>
          </a:xfrm>
          <a:prstGeom prst="rect">
            <a:avLst/>
          </a:prstGeom>
        </p:spPr>
        <p:txBody>
          <a:bodyPr vert="horz" wrap="square" lIns="0" tIns="60960" rIns="0" bIns="0" rtlCol="0">
            <a:spAutoFit/>
          </a:bodyPr>
          <a:lstStyle/>
          <a:p>
            <a:pPr marL="12700" marR="5080" indent="73660">
              <a:lnSpc>
                <a:spcPts val="3400"/>
              </a:lnSpc>
              <a:spcBef>
                <a:spcPts val="480"/>
              </a:spcBef>
            </a:pPr>
            <a:r>
              <a:rPr sz="3100" spc="-15" dirty="0">
                <a:solidFill>
                  <a:srgbClr val="FFFFFF"/>
                </a:solidFill>
                <a:latin typeface="Calibri"/>
                <a:cs typeface="Calibri"/>
              </a:rPr>
              <a:t>React </a:t>
            </a:r>
            <a:r>
              <a:rPr sz="3100" spc="-690" dirty="0">
                <a:solidFill>
                  <a:srgbClr val="FFFFFF"/>
                </a:solidFill>
                <a:latin typeface="Calibri"/>
                <a:cs typeface="Calibri"/>
              </a:rPr>
              <a:t> </a:t>
            </a:r>
            <a:r>
              <a:rPr sz="3100" dirty="0">
                <a:solidFill>
                  <a:srgbClr val="FFFFFF"/>
                </a:solidFill>
                <a:latin typeface="Calibri"/>
                <a:cs typeface="Calibri"/>
              </a:rPr>
              <a:t>(2013)</a:t>
            </a:r>
            <a:endParaRPr sz="3100">
              <a:latin typeface="Calibri"/>
              <a:cs typeface="Calibri"/>
            </a:endParaRPr>
          </a:p>
        </p:txBody>
      </p:sp>
      <p:grpSp>
        <p:nvGrpSpPr>
          <p:cNvPr id="15" name="object 15"/>
          <p:cNvGrpSpPr/>
          <p:nvPr/>
        </p:nvGrpSpPr>
        <p:grpSpPr>
          <a:xfrm>
            <a:off x="5490781" y="1826132"/>
            <a:ext cx="3748404" cy="3596004"/>
            <a:chOff x="5490781" y="1826132"/>
            <a:chExt cx="3748404" cy="3596004"/>
          </a:xfrm>
        </p:grpSpPr>
        <p:pic>
          <p:nvPicPr>
            <p:cNvPr id="16" name="object 16"/>
            <p:cNvPicPr/>
            <p:nvPr/>
          </p:nvPicPr>
          <p:blipFill>
            <a:blip r:embed="rId4" cstate="print"/>
            <a:stretch>
              <a:fillRect/>
            </a:stretch>
          </p:blipFill>
          <p:spPr>
            <a:xfrm>
              <a:off x="5497449" y="2041778"/>
              <a:ext cx="1197863" cy="1197863"/>
            </a:xfrm>
            <a:prstGeom prst="rect">
              <a:avLst/>
            </a:prstGeom>
          </p:spPr>
        </p:pic>
        <p:sp>
          <p:nvSpPr>
            <p:cNvPr id="17" name="object 17"/>
            <p:cNvSpPr/>
            <p:nvPr/>
          </p:nvSpPr>
          <p:spPr>
            <a:xfrm>
              <a:off x="5497449" y="2041778"/>
              <a:ext cx="1198245" cy="1198245"/>
            </a:xfrm>
            <a:custGeom>
              <a:avLst/>
              <a:gdLst/>
              <a:ahLst/>
              <a:cxnLst/>
              <a:rect l="l" t="t" r="r" b="b"/>
              <a:pathLst>
                <a:path w="1198245" h="1198245">
                  <a:moveTo>
                    <a:pt x="0" y="598932"/>
                  </a:moveTo>
                  <a:lnTo>
                    <a:pt x="1985" y="549809"/>
                  </a:lnTo>
                  <a:lnTo>
                    <a:pt x="7838" y="501781"/>
                  </a:lnTo>
                  <a:lnTo>
                    <a:pt x="17406" y="455000"/>
                  </a:lnTo>
                  <a:lnTo>
                    <a:pt x="30533" y="409621"/>
                  </a:lnTo>
                  <a:lnTo>
                    <a:pt x="47066" y="365799"/>
                  </a:lnTo>
                  <a:lnTo>
                    <a:pt x="66851" y="323686"/>
                  </a:lnTo>
                  <a:lnTo>
                    <a:pt x="89733" y="283438"/>
                  </a:lnTo>
                  <a:lnTo>
                    <a:pt x="115558" y="245209"/>
                  </a:lnTo>
                  <a:lnTo>
                    <a:pt x="144172" y="209152"/>
                  </a:lnTo>
                  <a:lnTo>
                    <a:pt x="175421" y="175421"/>
                  </a:lnTo>
                  <a:lnTo>
                    <a:pt x="209152" y="144172"/>
                  </a:lnTo>
                  <a:lnTo>
                    <a:pt x="245209" y="115558"/>
                  </a:lnTo>
                  <a:lnTo>
                    <a:pt x="283438" y="89733"/>
                  </a:lnTo>
                  <a:lnTo>
                    <a:pt x="323686" y="66851"/>
                  </a:lnTo>
                  <a:lnTo>
                    <a:pt x="365799" y="47066"/>
                  </a:lnTo>
                  <a:lnTo>
                    <a:pt x="409621" y="30533"/>
                  </a:lnTo>
                  <a:lnTo>
                    <a:pt x="455000" y="17406"/>
                  </a:lnTo>
                  <a:lnTo>
                    <a:pt x="501781" y="7838"/>
                  </a:lnTo>
                  <a:lnTo>
                    <a:pt x="549809" y="1985"/>
                  </a:lnTo>
                  <a:lnTo>
                    <a:pt x="598932" y="0"/>
                  </a:lnTo>
                  <a:lnTo>
                    <a:pt x="648054" y="1985"/>
                  </a:lnTo>
                  <a:lnTo>
                    <a:pt x="696082" y="7838"/>
                  </a:lnTo>
                  <a:lnTo>
                    <a:pt x="742863" y="17406"/>
                  </a:lnTo>
                  <a:lnTo>
                    <a:pt x="788242" y="30533"/>
                  </a:lnTo>
                  <a:lnTo>
                    <a:pt x="832064" y="47066"/>
                  </a:lnTo>
                  <a:lnTo>
                    <a:pt x="874177" y="66851"/>
                  </a:lnTo>
                  <a:lnTo>
                    <a:pt x="914425" y="89733"/>
                  </a:lnTo>
                  <a:lnTo>
                    <a:pt x="952654" y="115558"/>
                  </a:lnTo>
                  <a:lnTo>
                    <a:pt x="988711" y="144172"/>
                  </a:lnTo>
                  <a:lnTo>
                    <a:pt x="1022442" y="175421"/>
                  </a:lnTo>
                  <a:lnTo>
                    <a:pt x="1053691" y="209152"/>
                  </a:lnTo>
                  <a:lnTo>
                    <a:pt x="1082305" y="245209"/>
                  </a:lnTo>
                  <a:lnTo>
                    <a:pt x="1108130" y="283438"/>
                  </a:lnTo>
                  <a:lnTo>
                    <a:pt x="1131012" y="323686"/>
                  </a:lnTo>
                  <a:lnTo>
                    <a:pt x="1150797" y="365799"/>
                  </a:lnTo>
                  <a:lnTo>
                    <a:pt x="1167330" y="409621"/>
                  </a:lnTo>
                  <a:lnTo>
                    <a:pt x="1180457" y="455000"/>
                  </a:lnTo>
                  <a:lnTo>
                    <a:pt x="1190025" y="501781"/>
                  </a:lnTo>
                  <a:lnTo>
                    <a:pt x="1195878" y="549809"/>
                  </a:lnTo>
                  <a:lnTo>
                    <a:pt x="1197864" y="598932"/>
                  </a:lnTo>
                  <a:lnTo>
                    <a:pt x="1195878" y="648054"/>
                  </a:lnTo>
                  <a:lnTo>
                    <a:pt x="1190025" y="696082"/>
                  </a:lnTo>
                  <a:lnTo>
                    <a:pt x="1180457" y="742863"/>
                  </a:lnTo>
                  <a:lnTo>
                    <a:pt x="1167330" y="788242"/>
                  </a:lnTo>
                  <a:lnTo>
                    <a:pt x="1150797" y="832064"/>
                  </a:lnTo>
                  <a:lnTo>
                    <a:pt x="1131012" y="874177"/>
                  </a:lnTo>
                  <a:lnTo>
                    <a:pt x="1108130" y="914425"/>
                  </a:lnTo>
                  <a:lnTo>
                    <a:pt x="1082305" y="952654"/>
                  </a:lnTo>
                  <a:lnTo>
                    <a:pt x="1053691" y="988711"/>
                  </a:lnTo>
                  <a:lnTo>
                    <a:pt x="1022442" y="1022442"/>
                  </a:lnTo>
                  <a:lnTo>
                    <a:pt x="988711" y="1053691"/>
                  </a:lnTo>
                  <a:lnTo>
                    <a:pt x="952654" y="1082305"/>
                  </a:lnTo>
                  <a:lnTo>
                    <a:pt x="914425" y="1108130"/>
                  </a:lnTo>
                  <a:lnTo>
                    <a:pt x="874177" y="1131012"/>
                  </a:lnTo>
                  <a:lnTo>
                    <a:pt x="832064" y="1150797"/>
                  </a:lnTo>
                  <a:lnTo>
                    <a:pt x="788242" y="1167330"/>
                  </a:lnTo>
                  <a:lnTo>
                    <a:pt x="742863" y="1180457"/>
                  </a:lnTo>
                  <a:lnTo>
                    <a:pt x="696082" y="1190025"/>
                  </a:lnTo>
                  <a:lnTo>
                    <a:pt x="648054" y="1195878"/>
                  </a:lnTo>
                  <a:lnTo>
                    <a:pt x="598932" y="1197864"/>
                  </a:lnTo>
                  <a:lnTo>
                    <a:pt x="549809" y="1195878"/>
                  </a:lnTo>
                  <a:lnTo>
                    <a:pt x="501781" y="1190025"/>
                  </a:lnTo>
                  <a:lnTo>
                    <a:pt x="455000" y="1180457"/>
                  </a:lnTo>
                  <a:lnTo>
                    <a:pt x="409621" y="1167330"/>
                  </a:lnTo>
                  <a:lnTo>
                    <a:pt x="365799" y="1150797"/>
                  </a:lnTo>
                  <a:lnTo>
                    <a:pt x="323686" y="1131012"/>
                  </a:lnTo>
                  <a:lnTo>
                    <a:pt x="283438" y="1108130"/>
                  </a:lnTo>
                  <a:lnTo>
                    <a:pt x="245209" y="1082305"/>
                  </a:lnTo>
                  <a:lnTo>
                    <a:pt x="209152" y="1053691"/>
                  </a:lnTo>
                  <a:lnTo>
                    <a:pt x="175421" y="1022442"/>
                  </a:lnTo>
                  <a:lnTo>
                    <a:pt x="144172" y="988711"/>
                  </a:lnTo>
                  <a:lnTo>
                    <a:pt x="115558" y="952654"/>
                  </a:lnTo>
                  <a:lnTo>
                    <a:pt x="89733" y="914425"/>
                  </a:lnTo>
                  <a:lnTo>
                    <a:pt x="66851" y="874177"/>
                  </a:lnTo>
                  <a:lnTo>
                    <a:pt x="47066" y="832064"/>
                  </a:lnTo>
                  <a:lnTo>
                    <a:pt x="30533" y="788242"/>
                  </a:lnTo>
                  <a:lnTo>
                    <a:pt x="17406" y="742863"/>
                  </a:lnTo>
                  <a:lnTo>
                    <a:pt x="7838" y="696082"/>
                  </a:lnTo>
                  <a:lnTo>
                    <a:pt x="1985" y="648054"/>
                  </a:lnTo>
                  <a:lnTo>
                    <a:pt x="0" y="598932"/>
                  </a:lnTo>
                  <a:close/>
                </a:path>
              </a:pathLst>
            </a:custGeom>
            <a:ln w="12954">
              <a:solidFill>
                <a:srgbClr val="FFFFFF"/>
              </a:solidFill>
            </a:ln>
          </p:spPr>
          <p:txBody>
            <a:bodyPr wrap="square" lIns="0" tIns="0" rIns="0" bIns="0" rtlCol="0"/>
            <a:lstStyle/>
            <a:p>
              <a:endParaRPr/>
            </a:p>
          </p:txBody>
        </p:sp>
        <p:sp>
          <p:nvSpPr>
            <p:cNvPr id="18" name="object 18"/>
            <p:cNvSpPr/>
            <p:nvPr/>
          </p:nvSpPr>
          <p:spPr>
            <a:xfrm>
              <a:off x="7185279" y="1826132"/>
              <a:ext cx="2053589" cy="3596004"/>
            </a:xfrm>
            <a:custGeom>
              <a:avLst/>
              <a:gdLst/>
              <a:ahLst/>
              <a:cxnLst/>
              <a:rect l="l" t="t" r="r" b="b"/>
              <a:pathLst>
                <a:path w="2053590" h="3596004">
                  <a:moveTo>
                    <a:pt x="1848231" y="0"/>
                  </a:moveTo>
                  <a:lnTo>
                    <a:pt x="205359" y="0"/>
                  </a:lnTo>
                  <a:lnTo>
                    <a:pt x="158273" y="5423"/>
                  </a:lnTo>
                  <a:lnTo>
                    <a:pt x="115049" y="20873"/>
                  </a:lnTo>
                  <a:lnTo>
                    <a:pt x="76919" y="45116"/>
                  </a:lnTo>
                  <a:lnTo>
                    <a:pt x="45116" y="76919"/>
                  </a:lnTo>
                  <a:lnTo>
                    <a:pt x="20873" y="115049"/>
                  </a:lnTo>
                  <a:lnTo>
                    <a:pt x="5423" y="158273"/>
                  </a:lnTo>
                  <a:lnTo>
                    <a:pt x="0" y="205359"/>
                  </a:lnTo>
                  <a:lnTo>
                    <a:pt x="0" y="3390519"/>
                  </a:lnTo>
                  <a:lnTo>
                    <a:pt x="5423" y="3437604"/>
                  </a:lnTo>
                  <a:lnTo>
                    <a:pt x="20873" y="3480828"/>
                  </a:lnTo>
                  <a:lnTo>
                    <a:pt x="45116" y="3518958"/>
                  </a:lnTo>
                  <a:lnTo>
                    <a:pt x="76919" y="3550761"/>
                  </a:lnTo>
                  <a:lnTo>
                    <a:pt x="115049" y="3575004"/>
                  </a:lnTo>
                  <a:lnTo>
                    <a:pt x="158273" y="3590454"/>
                  </a:lnTo>
                  <a:lnTo>
                    <a:pt x="205359" y="3595878"/>
                  </a:lnTo>
                  <a:lnTo>
                    <a:pt x="1848231" y="3595878"/>
                  </a:lnTo>
                  <a:lnTo>
                    <a:pt x="1895316" y="3590454"/>
                  </a:lnTo>
                  <a:lnTo>
                    <a:pt x="1938540" y="3575004"/>
                  </a:lnTo>
                  <a:lnTo>
                    <a:pt x="1976670" y="3550761"/>
                  </a:lnTo>
                  <a:lnTo>
                    <a:pt x="2008473" y="3518958"/>
                  </a:lnTo>
                  <a:lnTo>
                    <a:pt x="2032716" y="3480828"/>
                  </a:lnTo>
                  <a:lnTo>
                    <a:pt x="2048166" y="3437604"/>
                  </a:lnTo>
                  <a:lnTo>
                    <a:pt x="2053589" y="3390519"/>
                  </a:lnTo>
                  <a:lnTo>
                    <a:pt x="2053589" y="205359"/>
                  </a:lnTo>
                  <a:lnTo>
                    <a:pt x="2048166" y="158273"/>
                  </a:lnTo>
                  <a:lnTo>
                    <a:pt x="2032716" y="115049"/>
                  </a:lnTo>
                  <a:lnTo>
                    <a:pt x="2008473" y="76919"/>
                  </a:lnTo>
                  <a:lnTo>
                    <a:pt x="1976670" y="45116"/>
                  </a:lnTo>
                  <a:lnTo>
                    <a:pt x="1938540" y="20873"/>
                  </a:lnTo>
                  <a:lnTo>
                    <a:pt x="1895316" y="5423"/>
                  </a:lnTo>
                  <a:lnTo>
                    <a:pt x="1848231" y="0"/>
                  </a:lnTo>
                  <a:close/>
                </a:path>
              </a:pathLst>
            </a:custGeom>
            <a:solidFill>
              <a:srgbClr val="4471C4"/>
            </a:solidFill>
          </p:spPr>
          <p:txBody>
            <a:bodyPr wrap="square" lIns="0" tIns="0" rIns="0" bIns="0" rtlCol="0"/>
            <a:lstStyle/>
            <a:p>
              <a:endParaRPr/>
            </a:p>
          </p:txBody>
        </p:sp>
      </p:grpSp>
      <p:sp>
        <p:nvSpPr>
          <p:cNvPr id="19" name="object 19"/>
          <p:cNvSpPr txBox="1"/>
          <p:nvPr/>
        </p:nvSpPr>
        <p:spPr>
          <a:xfrm>
            <a:off x="7679480" y="3471042"/>
            <a:ext cx="1063625" cy="930910"/>
          </a:xfrm>
          <a:prstGeom prst="rect">
            <a:avLst/>
          </a:prstGeom>
        </p:spPr>
        <p:txBody>
          <a:bodyPr vert="horz" wrap="square" lIns="0" tIns="60960" rIns="0" bIns="0" rtlCol="0">
            <a:spAutoFit/>
          </a:bodyPr>
          <a:lstStyle/>
          <a:p>
            <a:pPr marL="12700" marR="5080" indent="210820">
              <a:lnSpc>
                <a:spcPts val="3400"/>
              </a:lnSpc>
              <a:spcBef>
                <a:spcPts val="480"/>
              </a:spcBef>
            </a:pPr>
            <a:r>
              <a:rPr sz="3100" spc="-30" dirty="0">
                <a:solidFill>
                  <a:srgbClr val="FFFFFF"/>
                </a:solidFill>
                <a:latin typeface="Calibri"/>
                <a:cs typeface="Calibri"/>
              </a:rPr>
              <a:t>Vue </a:t>
            </a:r>
            <a:r>
              <a:rPr sz="3100" spc="-25" dirty="0">
                <a:solidFill>
                  <a:srgbClr val="FFFFFF"/>
                </a:solidFill>
                <a:latin typeface="Calibri"/>
                <a:cs typeface="Calibri"/>
              </a:rPr>
              <a:t> </a:t>
            </a:r>
            <a:r>
              <a:rPr sz="3100" dirty="0">
                <a:solidFill>
                  <a:srgbClr val="FFFFFF"/>
                </a:solidFill>
                <a:latin typeface="Calibri"/>
                <a:cs typeface="Calibri"/>
              </a:rPr>
              <a:t>(2014)</a:t>
            </a:r>
            <a:endParaRPr sz="3100">
              <a:latin typeface="Calibri"/>
              <a:cs typeface="Calibri"/>
            </a:endParaRPr>
          </a:p>
        </p:txBody>
      </p:sp>
      <p:grpSp>
        <p:nvGrpSpPr>
          <p:cNvPr id="20" name="object 20"/>
          <p:cNvGrpSpPr/>
          <p:nvPr/>
        </p:nvGrpSpPr>
        <p:grpSpPr>
          <a:xfrm>
            <a:off x="7606093" y="1826132"/>
            <a:ext cx="3748404" cy="3596004"/>
            <a:chOff x="7606093" y="1826132"/>
            <a:chExt cx="3748404" cy="3596004"/>
          </a:xfrm>
        </p:grpSpPr>
        <p:pic>
          <p:nvPicPr>
            <p:cNvPr id="21" name="object 21"/>
            <p:cNvPicPr/>
            <p:nvPr/>
          </p:nvPicPr>
          <p:blipFill>
            <a:blip r:embed="rId5" cstate="print"/>
            <a:stretch>
              <a:fillRect/>
            </a:stretch>
          </p:blipFill>
          <p:spPr>
            <a:xfrm>
              <a:off x="7612761" y="2041778"/>
              <a:ext cx="1197863" cy="1197863"/>
            </a:xfrm>
            <a:prstGeom prst="rect">
              <a:avLst/>
            </a:prstGeom>
          </p:spPr>
        </p:pic>
        <p:sp>
          <p:nvSpPr>
            <p:cNvPr id="22" name="object 22"/>
            <p:cNvSpPr/>
            <p:nvPr/>
          </p:nvSpPr>
          <p:spPr>
            <a:xfrm>
              <a:off x="7612761" y="2041778"/>
              <a:ext cx="1198245" cy="1198245"/>
            </a:xfrm>
            <a:custGeom>
              <a:avLst/>
              <a:gdLst/>
              <a:ahLst/>
              <a:cxnLst/>
              <a:rect l="l" t="t" r="r" b="b"/>
              <a:pathLst>
                <a:path w="1198245" h="1198245">
                  <a:moveTo>
                    <a:pt x="0" y="598932"/>
                  </a:moveTo>
                  <a:lnTo>
                    <a:pt x="1985" y="549809"/>
                  </a:lnTo>
                  <a:lnTo>
                    <a:pt x="7838" y="501781"/>
                  </a:lnTo>
                  <a:lnTo>
                    <a:pt x="17406" y="455000"/>
                  </a:lnTo>
                  <a:lnTo>
                    <a:pt x="30533" y="409621"/>
                  </a:lnTo>
                  <a:lnTo>
                    <a:pt x="47066" y="365799"/>
                  </a:lnTo>
                  <a:lnTo>
                    <a:pt x="66851" y="323686"/>
                  </a:lnTo>
                  <a:lnTo>
                    <a:pt x="89733" y="283438"/>
                  </a:lnTo>
                  <a:lnTo>
                    <a:pt x="115558" y="245209"/>
                  </a:lnTo>
                  <a:lnTo>
                    <a:pt x="144172" y="209152"/>
                  </a:lnTo>
                  <a:lnTo>
                    <a:pt x="175421" y="175421"/>
                  </a:lnTo>
                  <a:lnTo>
                    <a:pt x="209152" y="144172"/>
                  </a:lnTo>
                  <a:lnTo>
                    <a:pt x="245209" y="115558"/>
                  </a:lnTo>
                  <a:lnTo>
                    <a:pt x="283438" y="89733"/>
                  </a:lnTo>
                  <a:lnTo>
                    <a:pt x="323686" y="66851"/>
                  </a:lnTo>
                  <a:lnTo>
                    <a:pt x="365799" y="47066"/>
                  </a:lnTo>
                  <a:lnTo>
                    <a:pt x="409621" y="30533"/>
                  </a:lnTo>
                  <a:lnTo>
                    <a:pt x="455000" y="17406"/>
                  </a:lnTo>
                  <a:lnTo>
                    <a:pt x="501781" y="7838"/>
                  </a:lnTo>
                  <a:lnTo>
                    <a:pt x="549809" y="1985"/>
                  </a:lnTo>
                  <a:lnTo>
                    <a:pt x="598932" y="0"/>
                  </a:lnTo>
                  <a:lnTo>
                    <a:pt x="648054" y="1985"/>
                  </a:lnTo>
                  <a:lnTo>
                    <a:pt x="696082" y="7838"/>
                  </a:lnTo>
                  <a:lnTo>
                    <a:pt x="742863" y="17406"/>
                  </a:lnTo>
                  <a:lnTo>
                    <a:pt x="788242" y="30533"/>
                  </a:lnTo>
                  <a:lnTo>
                    <a:pt x="832064" y="47066"/>
                  </a:lnTo>
                  <a:lnTo>
                    <a:pt x="874177" y="66851"/>
                  </a:lnTo>
                  <a:lnTo>
                    <a:pt x="914425" y="89733"/>
                  </a:lnTo>
                  <a:lnTo>
                    <a:pt x="952654" y="115558"/>
                  </a:lnTo>
                  <a:lnTo>
                    <a:pt x="988711" y="144172"/>
                  </a:lnTo>
                  <a:lnTo>
                    <a:pt x="1022442" y="175421"/>
                  </a:lnTo>
                  <a:lnTo>
                    <a:pt x="1053691" y="209152"/>
                  </a:lnTo>
                  <a:lnTo>
                    <a:pt x="1082305" y="245209"/>
                  </a:lnTo>
                  <a:lnTo>
                    <a:pt x="1108130" y="283438"/>
                  </a:lnTo>
                  <a:lnTo>
                    <a:pt x="1131012" y="323686"/>
                  </a:lnTo>
                  <a:lnTo>
                    <a:pt x="1150797" y="365799"/>
                  </a:lnTo>
                  <a:lnTo>
                    <a:pt x="1167330" y="409621"/>
                  </a:lnTo>
                  <a:lnTo>
                    <a:pt x="1180457" y="455000"/>
                  </a:lnTo>
                  <a:lnTo>
                    <a:pt x="1190025" y="501781"/>
                  </a:lnTo>
                  <a:lnTo>
                    <a:pt x="1195878" y="549809"/>
                  </a:lnTo>
                  <a:lnTo>
                    <a:pt x="1197864" y="598932"/>
                  </a:lnTo>
                  <a:lnTo>
                    <a:pt x="1195878" y="648054"/>
                  </a:lnTo>
                  <a:lnTo>
                    <a:pt x="1190025" y="696082"/>
                  </a:lnTo>
                  <a:lnTo>
                    <a:pt x="1180457" y="742863"/>
                  </a:lnTo>
                  <a:lnTo>
                    <a:pt x="1167330" y="788242"/>
                  </a:lnTo>
                  <a:lnTo>
                    <a:pt x="1150797" y="832064"/>
                  </a:lnTo>
                  <a:lnTo>
                    <a:pt x="1131012" y="874177"/>
                  </a:lnTo>
                  <a:lnTo>
                    <a:pt x="1108130" y="914425"/>
                  </a:lnTo>
                  <a:lnTo>
                    <a:pt x="1082305" y="952654"/>
                  </a:lnTo>
                  <a:lnTo>
                    <a:pt x="1053691" y="988711"/>
                  </a:lnTo>
                  <a:lnTo>
                    <a:pt x="1022442" y="1022442"/>
                  </a:lnTo>
                  <a:lnTo>
                    <a:pt x="988711" y="1053691"/>
                  </a:lnTo>
                  <a:lnTo>
                    <a:pt x="952654" y="1082305"/>
                  </a:lnTo>
                  <a:lnTo>
                    <a:pt x="914425" y="1108130"/>
                  </a:lnTo>
                  <a:lnTo>
                    <a:pt x="874177" y="1131012"/>
                  </a:lnTo>
                  <a:lnTo>
                    <a:pt x="832064" y="1150797"/>
                  </a:lnTo>
                  <a:lnTo>
                    <a:pt x="788242" y="1167330"/>
                  </a:lnTo>
                  <a:lnTo>
                    <a:pt x="742863" y="1180457"/>
                  </a:lnTo>
                  <a:lnTo>
                    <a:pt x="696082" y="1190025"/>
                  </a:lnTo>
                  <a:lnTo>
                    <a:pt x="648054" y="1195878"/>
                  </a:lnTo>
                  <a:lnTo>
                    <a:pt x="598932" y="1197864"/>
                  </a:lnTo>
                  <a:lnTo>
                    <a:pt x="549809" y="1195878"/>
                  </a:lnTo>
                  <a:lnTo>
                    <a:pt x="501781" y="1190025"/>
                  </a:lnTo>
                  <a:lnTo>
                    <a:pt x="455000" y="1180457"/>
                  </a:lnTo>
                  <a:lnTo>
                    <a:pt x="409621" y="1167330"/>
                  </a:lnTo>
                  <a:lnTo>
                    <a:pt x="365799" y="1150797"/>
                  </a:lnTo>
                  <a:lnTo>
                    <a:pt x="323686" y="1131012"/>
                  </a:lnTo>
                  <a:lnTo>
                    <a:pt x="283438" y="1108130"/>
                  </a:lnTo>
                  <a:lnTo>
                    <a:pt x="245209" y="1082305"/>
                  </a:lnTo>
                  <a:lnTo>
                    <a:pt x="209152" y="1053691"/>
                  </a:lnTo>
                  <a:lnTo>
                    <a:pt x="175421" y="1022442"/>
                  </a:lnTo>
                  <a:lnTo>
                    <a:pt x="144172" y="988711"/>
                  </a:lnTo>
                  <a:lnTo>
                    <a:pt x="115558" y="952654"/>
                  </a:lnTo>
                  <a:lnTo>
                    <a:pt x="89733" y="914425"/>
                  </a:lnTo>
                  <a:lnTo>
                    <a:pt x="66851" y="874177"/>
                  </a:lnTo>
                  <a:lnTo>
                    <a:pt x="47066" y="832064"/>
                  </a:lnTo>
                  <a:lnTo>
                    <a:pt x="30533" y="788242"/>
                  </a:lnTo>
                  <a:lnTo>
                    <a:pt x="17406" y="742863"/>
                  </a:lnTo>
                  <a:lnTo>
                    <a:pt x="7838" y="696082"/>
                  </a:lnTo>
                  <a:lnTo>
                    <a:pt x="1985" y="648054"/>
                  </a:lnTo>
                  <a:lnTo>
                    <a:pt x="0" y="598932"/>
                  </a:lnTo>
                  <a:close/>
                </a:path>
              </a:pathLst>
            </a:custGeom>
            <a:ln w="12954">
              <a:solidFill>
                <a:srgbClr val="FFFFFF"/>
              </a:solidFill>
            </a:ln>
          </p:spPr>
          <p:txBody>
            <a:bodyPr wrap="square" lIns="0" tIns="0" rIns="0" bIns="0" rtlCol="0"/>
            <a:lstStyle/>
            <a:p>
              <a:endParaRPr/>
            </a:p>
          </p:txBody>
        </p:sp>
        <p:sp>
          <p:nvSpPr>
            <p:cNvPr id="23" name="object 23"/>
            <p:cNvSpPr/>
            <p:nvPr/>
          </p:nvSpPr>
          <p:spPr>
            <a:xfrm>
              <a:off x="9300591" y="1826132"/>
              <a:ext cx="2053589" cy="3596004"/>
            </a:xfrm>
            <a:custGeom>
              <a:avLst/>
              <a:gdLst/>
              <a:ahLst/>
              <a:cxnLst/>
              <a:rect l="l" t="t" r="r" b="b"/>
              <a:pathLst>
                <a:path w="2053590" h="3596004">
                  <a:moveTo>
                    <a:pt x="1848231" y="0"/>
                  </a:moveTo>
                  <a:lnTo>
                    <a:pt x="205359" y="0"/>
                  </a:lnTo>
                  <a:lnTo>
                    <a:pt x="158273" y="5423"/>
                  </a:lnTo>
                  <a:lnTo>
                    <a:pt x="115049" y="20873"/>
                  </a:lnTo>
                  <a:lnTo>
                    <a:pt x="76919" y="45116"/>
                  </a:lnTo>
                  <a:lnTo>
                    <a:pt x="45116" y="76919"/>
                  </a:lnTo>
                  <a:lnTo>
                    <a:pt x="20873" y="115049"/>
                  </a:lnTo>
                  <a:lnTo>
                    <a:pt x="5423" y="158273"/>
                  </a:lnTo>
                  <a:lnTo>
                    <a:pt x="0" y="205359"/>
                  </a:lnTo>
                  <a:lnTo>
                    <a:pt x="0" y="3390519"/>
                  </a:lnTo>
                  <a:lnTo>
                    <a:pt x="5423" y="3437604"/>
                  </a:lnTo>
                  <a:lnTo>
                    <a:pt x="20873" y="3480828"/>
                  </a:lnTo>
                  <a:lnTo>
                    <a:pt x="45116" y="3518958"/>
                  </a:lnTo>
                  <a:lnTo>
                    <a:pt x="76919" y="3550761"/>
                  </a:lnTo>
                  <a:lnTo>
                    <a:pt x="115049" y="3575004"/>
                  </a:lnTo>
                  <a:lnTo>
                    <a:pt x="158273" y="3590454"/>
                  </a:lnTo>
                  <a:lnTo>
                    <a:pt x="205359" y="3595878"/>
                  </a:lnTo>
                  <a:lnTo>
                    <a:pt x="1848231" y="3595878"/>
                  </a:lnTo>
                  <a:lnTo>
                    <a:pt x="1895316" y="3590454"/>
                  </a:lnTo>
                  <a:lnTo>
                    <a:pt x="1938540" y="3575004"/>
                  </a:lnTo>
                  <a:lnTo>
                    <a:pt x="1976670" y="3550761"/>
                  </a:lnTo>
                  <a:lnTo>
                    <a:pt x="2008473" y="3518958"/>
                  </a:lnTo>
                  <a:lnTo>
                    <a:pt x="2032716" y="3480828"/>
                  </a:lnTo>
                  <a:lnTo>
                    <a:pt x="2048166" y="3437604"/>
                  </a:lnTo>
                  <a:lnTo>
                    <a:pt x="2053589" y="3390519"/>
                  </a:lnTo>
                  <a:lnTo>
                    <a:pt x="2053589" y="205359"/>
                  </a:lnTo>
                  <a:lnTo>
                    <a:pt x="2048166" y="158273"/>
                  </a:lnTo>
                  <a:lnTo>
                    <a:pt x="2032716" y="115049"/>
                  </a:lnTo>
                  <a:lnTo>
                    <a:pt x="2008473" y="76919"/>
                  </a:lnTo>
                  <a:lnTo>
                    <a:pt x="1976670" y="45116"/>
                  </a:lnTo>
                  <a:lnTo>
                    <a:pt x="1938540" y="20873"/>
                  </a:lnTo>
                  <a:lnTo>
                    <a:pt x="1895316" y="5423"/>
                  </a:lnTo>
                  <a:lnTo>
                    <a:pt x="1848231" y="0"/>
                  </a:lnTo>
                  <a:close/>
                </a:path>
              </a:pathLst>
            </a:custGeom>
            <a:solidFill>
              <a:srgbClr val="4471C4"/>
            </a:solidFill>
          </p:spPr>
          <p:txBody>
            <a:bodyPr wrap="square" lIns="0" tIns="0" rIns="0" bIns="0" rtlCol="0"/>
            <a:lstStyle/>
            <a:p>
              <a:endParaRPr/>
            </a:p>
          </p:txBody>
        </p:sp>
      </p:grpSp>
      <p:sp>
        <p:nvSpPr>
          <p:cNvPr id="24" name="object 24"/>
          <p:cNvSpPr txBox="1"/>
          <p:nvPr/>
        </p:nvSpPr>
        <p:spPr>
          <a:xfrm>
            <a:off x="9692138" y="3471042"/>
            <a:ext cx="1270000" cy="930910"/>
          </a:xfrm>
          <a:prstGeom prst="rect">
            <a:avLst/>
          </a:prstGeom>
        </p:spPr>
        <p:txBody>
          <a:bodyPr vert="horz" wrap="square" lIns="0" tIns="60960" rIns="0" bIns="0" rtlCol="0">
            <a:spAutoFit/>
          </a:bodyPr>
          <a:lstStyle/>
          <a:p>
            <a:pPr marL="114935" marR="5080" indent="-102870">
              <a:lnSpc>
                <a:spcPts val="3400"/>
              </a:lnSpc>
              <a:spcBef>
                <a:spcPts val="480"/>
              </a:spcBef>
            </a:pPr>
            <a:r>
              <a:rPr sz="3100" spc="-5" dirty="0">
                <a:solidFill>
                  <a:srgbClr val="FFFFFF"/>
                </a:solidFill>
                <a:latin typeface="Calibri"/>
                <a:cs typeface="Calibri"/>
              </a:rPr>
              <a:t>A</a:t>
            </a:r>
            <a:r>
              <a:rPr sz="3100" dirty="0">
                <a:solidFill>
                  <a:srgbClr val="FFFFFF"/>
                </a:solidFill>
                <a:latin typeface="Calibri"/>
                <a:cs typeface="Calibri"/>
              </a:rPr>
              <a:t>n</a:t>
            </a:r>
            <a:r>
              <a:rPr sz="3100" spc="-5" dirty="0">
                <a:solidFill>
                  <a:srgbClr val="FFFFFF"/>
                </a:solidFill>
                <a:latin typeface="Calibri"/>
                <a:cs typeface="Calibri"/>
              </a:rPr>
              <a:t>g</a:t>
            </a:r>
            <a:r>
              <a:rPr sz="3100" dirty="0">
                <a:solidFill>
                  <a:srgbClr val="FFFFFF"/>
                </a:solidFill>
                <a:latin typeface="Calibri"/>
                <a:cs typeface="Calibri"/>
              </a:rPr>
              <a:t>ular  (2014)</a:t>
            </a:r>
            <a:endParaRPr sz="3100">
              <a:latin typeface="Calibri"/>
              <a:cs typeface="Calibri"/>
            </a:endParaRPr>
          </a:p>
        </p:txBody>
      </p:sp>
      <p:grpSp>
        <p:nvGrpSpPr>
          <p:cNvPr id="25" name="object 25"/>
          <p:cNvGrpSpPr/>
          <p:nvPr/>
        </p:nvGrpSpPr>
        <p:grpSpPr>
          <a:xfrm>
            <a:off x="1252727" y="2035301"/>
            <a:ext cx="9687560" cy="3213735"/>
            <a:chOff x="1252727" y="2035301"/>
            <a:chExt cx="9687560" cy="3213735"/>
          </a:xfrm>
        </p:grpSpPr>
        <p:pic>
          <p:nvPicPr>
            <p:cNvPr id="26" name="object 26"/>
            <p:cNvPicPr/>
            <p:nvPr/>
          </p:nvPicPr>
          <p:blipFill>
            <a:blip r:embed="rId6" cstate="print"/>
            <a:stretch>
              <a:fillRect/>
            </a:stretch>
          </p:blipFill>
          <p:spPr>
            <a:xfrm>
              <a:off x="9728834" y="2041779"/>
              <a:ext cx="1197100" cy="1197863"/>
            </a:xfrm>
            <a:prstGeom prst="rect">
              <a:avLst/>
            </a:prstGeom>
          </p:spPr>
        </p:pic>
        <p:sp>
          <p:nvSpPr>
            <p:cNvPr id="27" name="object 27"/>
            <p:cNvSpPr/>
            <p:nvPr/>
          </p:nvSpPr>
          <p:spPr>
            <a:xfrm>
              <a:off x="9728834" y="2041778"/>
              <a:ext cx="1197610" cy="1198245"/>
            </a:xfrm>
            <a:custGeom>
              <a:avLst/>
              <a:gdLst/>
              <a:ahLst/>
              <a:cxnLst/>
              <a:rect l="l" t="t" r="r" b="b"/>
              <a:pathLst>
                <a:path w="1197609" h="1198245">
                  <a:moveTo>
                    <a:pt x="0" y="598932"/>
                  </a:moveTo>
                  <a:lnTo>
                    <a:pt x="1984" y="549809"/>
                  </a:lnTo>
                  <a:lnTo>
                    <a:pt x="7834" y="501781"/>
                  </a:lnTo>
                  <a:lnTo>
                    <a:pt x="17395" y="455000"/>
                  </a:lnTo>
                  <a:lnTo>
                    <a:pt x="30514" y="409621"/>
                  </a:lnTo>
                  <a:lnTo>
                    <a:pt x="47037" y="365799"/>
                  </a:lnTo>
                  <a:lnTo>
                    <a:pt x="66809" y="323686"/>
                  </a:lnTo>
                  <a:lnTo>
                    <a:pt x="89677" y="283438"/>
                  </a:lnTo>
                  <a:lnTo>
                    <a:pt x="115486" y="245209"/>
                  </a:lnTo>
                  <a:lnTo>
                    <a:pt x="144082" y="209152"/>
                  </a:lnTo>
                  <a:lnTo>
                    <a:pt x="175312" y="175421"/>
                  </a:lnTo>
                  <a:lnTo>
                    <a:pt x="209021" y="144172"/>
                  </a:lnTo>
                  <a:lnTo>
                    <a:pt x="245055" y="115558"/>
                  </a:lnTo>
                  <a:lnTo>
                    <a:pt x="283260" y="89733"/>
                  </a:lnTo>
                  <a:lnTo>
                    <a:pt x="323483" y="66851"/>
                  </a:lnTo>
                  <a:lnTo>
                    <a:pt x="365568" y="47066"/>
                  </a:lnTo>
                  <a:lnTo>
                    <a:pt x="409363" y="30533"/>
                  </a:lnTo>
                  <a:lnTo>
                    <a:pt x="454713" y="17406"/>
                  </a:lnTo>
                  <a:lnTo>
                    <a:pt x="501463" y="7838"/>
                  </a:lnTo>
                  <a:lnTo>
                    <a:pt x="549460" y="1985"/>
                  </a:lnTo>
                  <a:lnTo>
                    <a:pt x="598551" y="0"/>
                  </a:lnTo>
                  <a:lnTo>
                    <a:pt x="647641" y="1985"/>
                  </a:lnTo>
                  <a:lnTo>
                    <a:pt x="695638" y="7838"/>
                  </a:lnTo>
                  <a:lnTo>
                    <a:pt x="742388" y="17406"/>
                  </a:lnTo>
                  <a:lnTo>
                    <a:pt x="787738" y="30533"/>
                  </a:lnTo>
                  <a:lnTo>
                    <a:pt x="831533" y="47066"/>
                  </a:lnTo>
                  <a:lnTo>
                    <a:pt x="873618" y="66851"/>
                  </a:lnTo>
                  <a:lnTo>
                    <a:pt x="913841" y="89733"/>
                  </a:lnTo>
                  <a:lnTo>
                    <a:pt x="952046" y="115558"/>
                  </a:lnTo>
                  <a:lnTo>
                    <a:pt x="988080" y="144172"/>
                  </a:lnTo>
                  <a:lnTo>
                    <a:pt x="1021789" y="175421"/>
                  </a:lnTo>
                  <a:lnTo>
                    <a:pt x="1053019" y="209152"/>
                  </a:lnTo>
                  <a:lnTo>
                    <a:pt x="1081615" y="245209"/>
                  </a:lnTo>
                  <a:lnTo>
                    <a:pt x="1107424" y="283438"/>
                  </a:lnTo>
                  <a:lnTo>
                    <a:pt x="1130292" y="323686"/>
                  </a:lnTo>
                  <a:lnTo>
                    <a:pt x="1150064" y="365799"/>
                  </a:lnTo>
                  <a:lnTo>
                    <a:pt x="1166587" y="409621"/>
                  </a:lnTo>
                  <a:lnTo>
                    <a:pt x="1179706" y="455000"/>
                  </a:lnTo>
                  <a:lnTo>
                    <a:pt x="1189267" y="501781"/>
                  </a:lnTo>
                  <a:lnTo>
                    <a:pt x="1195117" y="549809"/>
                  </a:lnTo>
                  <a:lnTo>
                    <a:pt x="1197102" y="598932"/>
                  </a:lnTo>
                  <a:lnTo>
                    <a:pt x="1195117" y="648054"/>
                  </a:lnTo>
                  <a:lnTo>
                    <a:pt x="1189267" y="696082"/>
                  </a:lnTo>
                  <a:lnTo>
                    <a:pt x="1179706" y="742863"/>
                  </a:lnTo>
                  <a:lnTo>
                    <a:pt x="1166587" y="788242"/>
                  </a:lnTo>
                  <a:lnTo>
                    <a:pt x="1150064" y="832064"/>
                  </a:lnTo>
                  <a:lnTo>
                    <a:pt x="1130292" y="874177"/>
                  </a:lnTo>
                  <a:lnTo>
                    <a:pt x="1107424" y="914425"/>
                  </a:lnTo>
                  <a:lnTo>
                    <a:pt x="1081615" y="952654"/>
                  </a:lnTo>
                  <a:lnTo>
                    <a:pt x="1053019" y="988711"/>
                  </a:lnTo>
                  <a:lnTo>
                    <a:pt x="1021789" y="1022442"/>
                  </a:lnTo>
                  <a:lnTo>
                    <a:pt x="988080" y="1053691"/>
                  </a:lnTo>
                  <a:lnTo>
                    <a:pt x="952046" y="1082305"/>
                  </a:lnTo>
                  <a:lnTo>
                    <a:pt x="913841" y="1108130"/>
                  </a:lnTo>
                  <a:lnTo>
                    <a:pt x="873618" y="1131012"/>
                  </a:lnTo>
                  <a:lnTo>
                    <a:pt x="831533" y="1150797"/>
                  </a:lnTo>
                  <a:lnTo>
                    <a:pt x="787738" y="1167330"/>
                  </a:lnTo>
                  <a:lnTo>
                    <a:pt x="742388" y="1180457"/>
                  </a:lnTo>
                  <a:lnTo>
                    <a:pt x="695638" y="1190025"/>
                  </a:lnTo>
                  <a:lnTo>
                    <a:pt x="647641" y="1195878"/>
                  </a:lnTo>
                  <a:lnTo>
                    <a:pt x="598551" y="1197864"/>
                  </a:lnTo>
                  <a:lnTo>
                    <a:pt x="549460" y="1195878"/>
                  </a:lnTo>
                  <a:lnTo>
                    <a:pt x="501463" y="1190025"/>
                  </a:lnTo>
                  <a:lnTo>
                    <a:pt x="454713" y="1180457"/>
                  </a:lnTo>
                  <a:lnTo>
                    <a:pt x="409363" y="1167330"/>
                  </a:lnTo>
                  <a:lnTo>
                    <a:pt x="365568" y="1150797"/>
                  </a:lnTo>
                  <a:lnTo>
                    <a:pt x="323483" y="1131012"/>
                  </a:lnTo>
                  <a:lnTo>
                    <a:pt x="283260" y="1108130"/>
                  </a:lnTo>
                  <a:lnTo>
                    <a:pt x="245055" y="1082305"/>
                  </a:lnTo>
                  <a:lnTo>
                    <a:pt x="209021" y="1053691"/>
                  </a:lnTo>
                  <a:lnTo>
                    <a:pt x="175312" y="1022442"/>
                  </a:lnTo>
                  <a:lnTo>
                    <a:pt x="144082" y="988711"/>
                  </a:lnTo>
                  <a:lnTo>
                    <a:pt x="115486" y="952654"/>
                  </a:lnTo>
                  <a:lnTo>
                    <a:pt x="89677" y="914425"/>
                  </a:lnTo>
                  <a:lnTo>
                    <a:pt x="66809" y="874177"/>
                  </a:lnTo>
                  <a:lnTo>
                    <a:pt x="47037" y="832064"/>
                  </a:lnTo>
                  <a:lnTo>
                    <a:pt x="30514" y="788242"/>
                  </a:lnTo>
                  <a:lnTo>
                    <a:pt x="17395" y="742863"/>
                  </a:lnTo>
                  <a:lnTo>
                    <a:pt x="7834" y="696082"/>
                  </a:lnTo>
                  <a:lnTo>
                    <a:pt x="1984" y="648054"/>
                  </a:lnTo>
                  <a:lnTo>
                    <a:pt x="0" y="598932"/>
                  </a:lnTo>
                  <a:close/>
                </a:path>
              </a:pathLst>
            </a:custGeom>
            <a:ln w="12954">
              <a:solidFill>
                <a:srgbClr val="FFFFFF"/>
              </a:solidFill>
            </a:ln>
          </p:spPr>
          <p:txBody>
            <a:bodyPr wrap="square" lIns="0" tIns="0" rIns="0" bIns="0" rtlCol="0"/>
            <a:lstStyle/>
            <a:p>
              <a:endParaRPr/>
            </a:p>
          </p:txBody>
        </p:sp>
        <p:sp>
          <p:nvSpPr>
            <p:cNvPr id="28" name="object 28"/>
            <p:cNvSpPr/>
            <p:nvPr/>
          </p:nvSpPr>
          <p:spPr>
            <a:xfrm>
              <a:off x="1259204" y="4702682"/>
              <a:ext cx="9674860" cy="539750"/>
            </a:xfrm>
            <a:custGeom>
              <a:avLst/>
              <a:gdLst/>
              <a:ahLst/>
              <a:cxnLst/>
              <a:rect l="l" t="t" r="r" b="b"/>
              <a:pathLst>
                <a:path w="9674860" h="539750">
                  <a:moveTo>
                    <a:pt x="9404604" y="0"/>
                  </a:moveTo>
                  <a:lnTo>
                    <a:pt x="9404604" y="134874"/>
                  </a:lnTo>
                  <a:lnTo>
                    <a:pt x="0" y="134874"/>
                  </a:lnTo>
                  <a:lnTo>
                    <a:pt x="0" y="404622"/>
                  </a:lnTo>
                  <a:lnTo>
                    <a:pt x="9404604" y="404622"/>
                  </a:lnTo>
                  <a:lnTo>
                    <a:pt x="9404604" y="539496"/>
                  </a:lnTo>
                  <a:lnTo>
                    <a:pt x="9674352" y="269748"/>
                  </a:lnTo>
                  <a:lnTo>
                    <a:pt x="9404604" y="0"/>
                  </a:lnTo>
                  <a:close/>
                </a:path>
              </a:pathLst>
            </a:custGeom>
            <a:solidFill>
              <a:srgbClr val="AFBBDE"/>
            </a:solidFill>
          </p:spPr>
          <p:txBody>
            <a:bodyPr wrap="square" lIns="0" tIns="0" rIns="0" bIns="0" rtlCol="0"/>
            <a:lstStyle/>
            <a:p>
              <a:endParaRPr/>
            </a:p>
          </p:txBody>
        </p:sp>
        <p:sp>
          <p:nvSpPr>
            <p:cNvPr id="29" name="object 29"/>
            <p:cNvSpPr/>
            <p:nvPr/>
          </p:nvSpPr>
          <p:spPr>
            <a:xfrm>
              <a:off x="1259204" y="4702682"/>
              <a:ext cx="9674860" cy="539750"/>
            </a:xfrm>
            <a:custGeom>
              <a:avLst/>
              <a:gdLst/>
              <a:ahLst/>
              <a:cxnLst/>
              <a:rect l="l" t="t" r="r" b="b"/>
              <a:pathLst>
                <a:path w="9674860" h="539750">
                  <a:moveTo>
                    <a:pt x="0" y="134874"/>
                  </a:moveTo>
                  <a:lnTo>
                    <a:pt x="9404604" y="134874"/>
                  </a:lnTo>
                  <a:lnTo>
                    <a:pt x="9404604" y="0"/>
                  </a:lnTo>
                  <a:lnTo>
                    <a:pt x="9674352" y="269748"/>
                  </a:lnTo>
                  <a:lnTo>
                    <a:pt x="9404604" y="539496"/>
                  </a:lnTo>
                  <a:lnTo>
                    <a:pt x="9404604" y="404622"/>
                  </a:lnTo>
                  <a:lnTo>
                    <a:pt x="0" y="404622"/>
                  </a:lnTo>
                  <a:lnTo>
                    <a:pt x="0" y="134874"/>
                  </a:lnTo>
                  <a:close/>
                </a:path>
              </a:pathLst>
            </a:custGeom>
            <a:ln w="12954">
              <a:solidFill>
                <a:srgbClr val="FFFFFF"/>
              </a:solidFill>
            </a:ln>
          </p:spPr>
          <p:txBody>
            <a:bodyPr wrap="square" lIns="0" tIns="0" rIns="0" bIns="0" rtlCol="0"/>
            <a:lstStyle/>
            <a:p>
              <a:endParaRPr/>
            </a:p>
          </p:txBody>
        </p:sp>
      </p:grpSp>
      <p:sp>
        <p:nvSpPr>
          <p:cNvPr id="30" name="object 30"/>
          <p:cNvSpPr txBox="1"/>
          <p:nvPr/>
        </p:nvSpPr>
        <p:spPr>
          <a:xfrm>
            <a:off x="4833256" y="6039126"/>
            <a:ext cx="6379845"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Calibri"/>
                <a:cs typeface="Calibri"/>
              </a:rPr>
              <a:t>*</a:t>
            </a:r>
            <a:r>
              <a:rPr sz="2000" spc="5" dirty="0">
                <a:latin typeface="Calibri"/>
                <a:cs typeface="Calibri"/>
              </a:rPr>
              <a:t> </a:t>
            </a:r>
            <a:r>
              <a:rPr sz="2000" spc="-5" dirty="0">
                <a:latin typeface="Calibri"/>
                <a:cs typeface="Calibri"/>
              </a:rPr>
              <a:t>jQuery</a:t>
            </a:r>
            <a:r>
              <a:rPr sz="2000" dirty="0">
                <a:latin typeface="Calibri"/>
                <a:cs typeface="Calibri"/>
              </a:rPr>
              <a:t> </a:t>
            </a:r>
            <a:r>
              <a:rPr sz="2000" spc="-5" dirty="0">
                <a:latin typeface="Calibri"/>
                <a:cs typeface="Calibri"/>
              </a:rPr>
              <a:t>is</a:t>
            </a:r>
            <a:r>
              <a:rPr sz="2000" spc="15" dirty="0">
                <a:latin typeface="Calibri"/>
                <a:cs typeface="Calibri"/>
              </a:rPr>
              <a:t> </a:t>
            </a:r>
            <a:r>
              <a:rPr sz="2000" spc="-10" dirty="0">
                <a:latin typeface="Calibri"/>
                <a:cs typeface="Calibri"/>
              </a:rPr>
              <a:t>more</a:t>
            </a:r>
            <a:r>
              <a:rPr sz="2000" spc="10" dirty="0">
                <a:latin typeface="Calibri"/>
                <a:cs typeface="Calibri"/>
              </a:rPr>
              <a:t> </a:t>
            </a:r>
            <a:r>
              <a:rPr sz="2000" spc="-10" dirty="0">
                <a:latin typeface="Calibri"/>
                <a:cs typeface="Calibri"/>
              </a:rPr>
              <a:t>often</a:t>
            </a:r>
            <a:r>
              <a:rPr sz="2000" spc="5" dirty="0">
                <a:latin typeface="Calibri"/>
                <a:cs typeface="Calibri"/>
              </a:rPr>
              <a:t> </a:t>
            </a:r>
            <a:r>
              <a:rPr sz="2000" spc="-10" dirty="0">
                <a:latin typeface="Calibri"/>
                <a:cs typeface="Calibri"/>
              </a:rPr>
              <a:t>considered</a:t>
            </a:r>
            <a:r>
              <a:rPr sz="2000" spc="25" dirty="0">
                <a:latin typeface="Calibri"/>
                <a:cs typeface="Calibri"/>
              </a:rPr>
              <a:t> </a:t>
            </a:r>
            <a:r>
              <a:rPr sz="2000" spc="-5" dirty="0">
                <a:latin typeface="Calibri"/>
                <a:cs typeface="Calibri"/>
              </a:rPr>
              <a:t>a</a:t>
            </a:r>
            <a:r>
              <a:rPr sz="2000" spc="15" dirty="0">
                <a:latin typeface="Calibri"/>
                <a:cs typeface="Calibri"/>
              </a:rPr>
              <a:t> </a:t>
            </a:r>
            <a:r>
              <a:rPr sz="2000" b="1" spc="-10" dirty="0">
                <a:latin typeface="Calibri"/>
                <a:cs typeface="Calibri"/>
              </a:rPr>
              <a:t>library</a:t>
            </a:r>
            <a:r>
              <a:rPr sz="2000" b="1" spc="5" dirty="0">
                <a:latin typeface="Calibri"/>
                <a:cs typeface="Calibri"/>
              </a:rPr>
              <a:t> </a:t>
            </a:r>
            <a:r>
              <a:rPr sz="2000" spc="-5" dirty="0">
                <a:latin typeface="Calibri"/>
                <a:cs typeface="Calibri"/>
              </a:rPr>
              <a:t>than</a:t>
            </a:r>
            <a:r>
              <a:rPr sz="2000" spc="5" dirty="0">
                <a:latin typeface="Calibri"/>
                <a:cs typeface="Calibri"/>
              </a:rPr>
              <a:t> </a:t>
            </a:r>
            <a:r>
              <a:rPr sz="2000" spc="-5" dirty="0">
                <a:latin typeface="Calibri"/>
                <a:cs typeface="Calibri"/>
              </a:rPr>
              <a:t>a</a:t>
            </a:r>
            <a:r>
              <a:rPr sz="2000" spc="10" dirty="0">
                <a:latin typeface="Calibri"/>
                <a:cs typeface="Calibri"/>
              </a:rPr>
              <a:t> </a:t>
            </a:r>
            <a:r>
              <a:rPr sz="2000" b="1" spc="-15" dirty="0">
                <a:latin typeface="Calibri"/>
                <a:cs typeface="Calibri"/>
              </a:rPr>
              <a:t>framework</a:t>
            </a:r>
            <a:endParaRPr sz="2000">
              <a:latin typeface="Calibri"/>
              <a:cs typeface="Calibri"/>
            </a:endParaRPr>
          </a:p>
        </p:txBody>
      </p:sp>
    </p:spTree>
    <p:extLst>
      <p:ext uri="{BB962C8B-B14F-4D97-AF65-F5344CB8AC3E}">
        <p14:creationId xmlns:p14="http://schemas.microsoft.com/office/powerpoint/2010/main" val="764556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0584"/>
            <a:ext cx="9222105" cy="69596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44536A"/>
                </a:solidFill>
                <a:latin typeface="Calibri Light"/>
                <a:cs typeface="Calibri Light"/>
              </a:rPr>
              <a:t>Common</a:t>
            </a:r>
            <a:r>
              <a:rPr dirty="0">
                <a:solidFill>
                  <a:srgbClr val="44536A"/>
                </a:solidFill>
                <a:latin typeface="Calibri Light"/>
                <a:cs typeface="Calibri Light"/>
              </a:rPr>
              <a:t> </a:t>
            </a:r>
            <a:r>
              <a:rPr spc="-25" dirty="0">
                <a:solidFill>
                  <a:srgbClr val="44536A"/>
                </a:solidFill>
                <a:latin typeface="Calibri Light"/>
                <a:cs typeface="Calibri Light"/>
              </a:rPr>
              <a:t>tasks</a:t>
            </a:r>
            <a:r>
              <a:rPr spc="-5" dirty="0">
                <a:solidFill>
                  <a:srgbClr val="44536A"/>
                </a:solidFill>
                <a:latin typeface="Calibri Light"/>
                <a:cs typeface="Calibri Light"/>
              </a:rPr>
              <a:t> in</a:t>
            </a:r>
            <a:r>
              <a:rPr spc="10" dirty="0">
                <a:solidFill>
                  <a:srgbClr val="44536A"/>
                </a:solidFill>
                <a:latin typeface="Calibri Light"/>
                <a:cs typeface="Calibri Light"/>
              </a:rPr>
              <a:t> </a:t>
            </a:r>
            <a:r>
              <a:rPr spc="-20" dirty="0">
                <a:solidFill>
                  <a:srgbClr val="44536A"/>
                </a:solidFill>
                <a:latin typeface="Calibri Light"/>
                <a:cs typeface="Calibri Light"/>
              </a:rPr>
              <a:t>front-end</a:t>
            </a:r>
            <a:r>
              <a:rPr spc="5" dirty="0">
                <a:solidFill>
                  <a:srgbClr val="44536A"/>
                </a:solidFill>
                <a:latin typeface="Calibri Light"/>
                <a:cs typeface="Calibri Light"/>
              </a:rPr>
              <a:t> </a:t>
            </a:r>
            <a:r>
              <a:rPr spc="-15" dirty="0">
                <a:solidFill>
                  <a:srgbClr val="44536A"/>
                </a:solidFill>
                <a:latin typeface="Calibri Light"/>
                <a:cs typeface="Calibri Light"/>
              </a:rPr>
              <a:t>development</a:t>
            </a:r>
          </a:p>
        </p:txBody>
      </p:sp>
      <p:grpSp>
        <p:nvGrpSpPr>
          <p:cNvPr id="3" name="object 3"/>
          <p:cNvGrpSpPr/>
          <p:nvPr/>
        </p:nvGrpSpPr>
        <p:grpSpPr>
          <a:xfrm>
            <a:off x="4617529" y="1904808"/>
            <a:ext cx="6743700" cy="682625"/>
            <a:chOff x="4617529" y="1904808"/>
            <a:chExt cx="6743700" cy="682625"/>
          </a:xfrm>
        </p:grpSpPr>
        <p:sp>
          <p:nvSpPr>
            <p:cNvPr id="4" name="object 4"/>
            <p:cNvSpPr/>
            <p:nvPr/>
          </p:nvSpPr>
          <p:spPr>
            <a:xfrm>
              <a:off x="4624196" y="1911475"/>
              <a:ext cx="6730365" cy="669290"/>
            </a:xfrm>
            <a:custGeom>
              <a:avLst/>
              <a:gdLst/>
              <a:ahLst/>
              <a:cxnLst/>
              <a:rect l="l" t="t" r="r" b="b"/>
              <a:pathLst>
                <a:path w="6730365" h="669289">
                  <a:moveTo>
                    <a:pt x="6618478" y="0"/>
                  </a:moveTo>
                  <a:lnTo>
                    <a:pt x="0" y="0"/>
                  </a:lnTo>
                  <a:lnTo>
                    <a:pt x="0" y="669035"/>
                  </a:lnTo>
                  <a:lnTo>
                    <a:pt x="6618478" y="669035"/>
                  </a:lnTo>
                  <a:lnTo>
                    <a:pt x="6661880" y="660273"/>
                  </a:lnTo>
                  <a:lnTo>
                    <a:pt x="6697324" y="636376"/>
                  </a:lnTo>
                  <a:lnTo>
                    <a:pt x="6721221" y="600932"/>
                  </a:lnTo>
                  <a:lnTo>
                    <a:pt x="6729983" y="557529"/>
                  </a:lnTo>
                  <a:lnTo>
                    <a:pt x="6729983" y="111505"/>
                  </a:lnTo>
                  <a:lnTo>
                    <a:pt x="6721221" y="68103"/>
                  </a:lnTo>
                  <a:lnTo>
                    <a:pt x="6697324" y="32659"/>
                  </a:lnTo>
                  <a:lnTo>
                    <a:pt x="6661880" y="8762"/>
                  </a:lnTo>
                  <a:lnTo>
                    <a:pt x="6618478" y="0"/>
                  </a:lnTo>
                  <a:close/>
                </a:path>
              </a:pathLst>
            </a:custGeom>
            <a:solidFill>
              <a:srgbClr val="D2DEEE">
                <a:alpha val="90194"/>
              </a:srgbClr>
            </a:solidFill>
          </p:spPr>
          <p:txBody>
            <a:bodyPr wrap="square" lIns="0" tIns="0" rIns="0" bIns="0" rtlCol="0"/>
            <a:lstStyle/>
            <a:p>
              <a:endParaRPr/>
            </a:p>
          </p:txBody>
        </p:sp>
        <p:sp>
          <p:nvSpPr>
            <p:cNvPr id="5" name="object 5"/>
            <p:cNvSpPr/>
            <p:nvPr/>
          </p:nvSpPr>
          <p:spPr>
            <a:xfrm>
              <a:off x="4624196" y="1911475"/>
              <a:ext cx="6730365" cy="669290"/>
            </a:xfrm>
            <a:custGeom>
              <a:avLst/>
              <a:gdLst/>
              <a:ahLst/>
              <a:cxnLst/>
              <a:rect l="l" t="t" r="r" b="b"/>
              <a:pathLst>
                <a:path w="6730365" h="669289">
                  <a:moveTo>
                    <a:pt x="6729983" y="111505"/>
                  </a:moveTo>
                  <a:lnTo>
                    <a:pt x="6729983" y="557529"/>
                  </a:lnTo>
                  <a:lnTo>
                    <a:pt x="6721221" y="600932"/>
                  </a:lnTo>
                  <a:lnTo>
                    <a:pt x="6697324" y="636376"/>
                  </a:lnTo>
                  <a:lnTo>
                    <a:pt x="6661880" y="660273"/>
                  </a:lnTo>
                  <a:lnTo>
                    <a:pt x="6618478" y="669035"/>
                  </a:lnTo>
                  <a:lnTo>
                    <a:pt x="0" y="669035"/>
                  </a:lnTo>
                  <a:lnTo>
                    <a:pt x="0" y="0"/>
                  </a:lnTo>
                  <a:lnTo>
                    <a:pt x="6618478" y="0"/>
                  </a:lnTo>
                  <a:lnTo>
                    <a:pt x="6661880" y="8762"/>
                  </a:lnTo>
                  <a:lnTo>
                    <a:pt x="6697324" y="32659"/>
                  </a:lnTo>
                  <a:lnTo>
                    <a:pt x="6721221" y="68103"/>
                  </a:lnTo>
                  <a:lnTo>
                    <a:pt x="6729983" y="111505"/>
                  </a:lnTo>
                  <a:close/>
                </a:path>
              </a:pathLst>
            </a:custGeom>
            <a:ln w="12954">
              <a:solidFill>
                <a:srgbClr val="D2DEEE"/>
              </a:solidFill>
            </a:ln>
          </p:spPr>
          <p:txBody>
            <a:bodyPr wrap="square" lIns="0" tIns="0" rIns="0" bIns="0" rtlCol="0"/>
            <a:lstStyle/>
            <a:p>
              <a:endParaRPr/>
            </a:p>
          </p:txBody>
        </p:sp>
      </p:grpSp>
      <p:sp>
        <p:nvSpPr>
          <p:cNvPr id="6" name="object 6"/>
          <p:cNvSpPr txBox="1"/>
          <p:nvPr/>
        </p:nvSpPr>
        <p:spPr>
          <a:xfrm>
            <a:off x="4713984" y="1986583"/>
            <a:ext cx="5768975" cy="436880"/>
          </a:xfrm>
          <a:prstGeom prst="rect">
            <a:avLst/>
          </a:prstGeom>
        </p:spPr>
        <p:txBody>
          <a:bodyPr vert="horz" wrap="square" lIns="0" tIns="12700" rIns="0" bIns="0" rtlCol="0">
            <a:spAutoFit/>
          </a:bodyPr>
          <a:lstStyle/>
          <a:p>
            <a:pPr marL="12700">
              <a:lnSpc>
                <a:spcPct val="100000"/>
              </a:lnSpc>
              <a:spcBef>
                <a:spcPts val="100"/>
              </a:spcBef>
            </a:pPr>
            <a:r>
              <a:rPr sz="2700" spc="-15" dirty="0">
                <a:latin typeface="Calibri"/>
                <a:cs typeface="Calibri"/>
              </a:rPr>
              <a:t>Data</a:t>
            </a:r>
            <a:r>
              <a:rPr sz="2700" spc="-20" dirty="0">
                <a:latin typeface="Calibri"/>
                <a:cs typeface="Calibri"/>
              </a:rPr>
              <a:t> </a:t>
            </a:r>
            <a:r>
              <a:rPr sz="2700" spc="-10" dirty="0">
                <a:latin typeface="Calibri"/>
                <a:cs typeface="Calibri"/>
              </a:rPr>
              <a:t>definition,</a:t>
            </a:r>
            <a:r>
              <a:rPr sz="2700" spc="-5" dirty="0">
                <a:latin typeface="Calibri"/>
                <a:cs typeface="Calibri"/>
              </a:rPr>
              <a:t> </a:t>
            </a:r>
            <a:r>
              <a:rPr sz="2700" spc="-15" dirty="0">
                <a:latin typeface="Calibri"/>
                <a:cs typeface="Calibri"/>
              </a:rPr>
              <a:t>organization,</a:t>
            </a:r>
            <a:r>
              <a:rPr sz="2700" spc="-10" dirty="0">
                <a:latin typeface="Calibri"/>
                <a:cs typeface="Calibri"/>
              </a:rPr>
              <a:t> </a:t>
            </a:r>
            <a:r>
              <a:rPr sz="2700" spc="-5" dirty="0">
                <a:latin typeface="Calibri"/>
                <a:cs typeface="Calibri"/>
              </a:rPr>
              <a:t>and</a:t>
            </a:r>
            <a:r>
              <a:rPr sz="2700" spc="-20" dirty="0">
                <a:latin typeface="Calibri"/>
                <a:cs typeface="Calibri"/>
              </a:rPr>
              <a:t> storage</a:t>
            </a:r>
            <a:endParaRPr sz="2700">
              <a:latin typeface="Calibri"/>
              <a:cs typeface="Calibri"/>
            </a:endParaRPr>
          </a:p>
        </p:txBody>
      </p:sp>
      <p:grpSp>
        <p:nvGrpSpPr>
          <p:cNvPr id="7" name="object 7"/>
          <p:cNvGrpSpPr/>
          <p:nvPr/>
        </p:nvGrpSpPr>
        <p:grpSpPr>
          <a:xfrm>
            <a:off x="831913" y="1820991"/>
            <a:ext cx="10528935" cy="1644014"/>
            <a:chOff x="831913" y="1820991"/>
            <a:chExt cx="10528935" cy="1644014"/>
          </a:xfrm>
        </p:grpSpPr>
        <p:sp>
          <p:nvSpPr>
            <p:cNvPr id="8" name="object 8"/>
            <p:cNvSpPr/>
            <p:nvPr/>
          </p:nvSpPr>
          <p:spPr>
            <a:xfrm>
              <a:off x="838580" y="1827659"/>
              <a:ext cx="3785870" cy="836930"/>
            </a:xfrm>
            <a:custGeom>
              <a:avLst/>
              <a:gdLst/>
              <a:ahLst/>
              <a:cxnLst/>
              <a:rect l="l" t="t" r="r" b="b"/>
              <a:pathLst>
                <a:path w="3785870" h="836930">
                  <a:moveTo>
                    <a:pt x="3646170" y="0"/>
                  </a:moveTo>
                  <a:lnTo>
                    <a:pt x="139446" y="0"/>
                  </a:lnTo>
                  <a:lnTo>
                    <a:pt x="95370" y="7109"/>
                  </a:lnTo>
                  <a:lnTo>
                    <a:pt x="57091" y="26905"/>
                  </a:lnTo>
                  <a:lnTo>
                    <a:pt x="26905" y="57091"/>
                  </a:lnTo>
                  <a:lnTo>
                    <a:pt x="7109" y="95370"/>
                  </a:lnTo>
                  <a:lnTo>
                    <a:pt x="0" y="139446"/>
                  </a:lnTo>
                  <a:lnTo>
                    <a:pt x="0" y="697230"/>
                  </a:lnTo>
                  <a:lnTo>
                    <a:pt x="7109" y="741305"/>
                  </a:lnTo>
                  <a:lnTo>
                    <a:pt x="26905" y="779584"/>
                  </a:lnTo>
                  <a:lnTo>
                    <a:pt x="57091" y="809770"/>
                  </a:lnTo>
                  <a:lnTo>
                    <a:pt x="95370" y="829566"/>
                  </a:lnTo>
                  <a:lnTo>
                    <a:pt x="139446" y="836676"/>
                  </a:lnTo>
                  <a:lnTo>
                    <a:pt x="3646170" y="836676"/>
                  </a:lnTo>
                  <a:lnTo>
                    <a:pt x="3690245" y="829566"/>
                  </a:lnTo>
                  <a:lnTo>
                    <a:pt x="3728524" y="809770"/>
                  </a:lnTo>
                  <a:lnTo>
                    <a:pt x="3758710" y="779584"/>
                  </a:lnTo>
                  <a:lnTo>
                    <a:pt x="3778506" y="741305"/>
                  </a:lnTo>
                  <a:lnTo>
                    <a:pt x="3785616" y="697230"/>
                  </a:lnTo>
                  <a:lnTo>
                    <a:pt x="3785616" y="139446"/>
                  </a:lnTo>
                  <a:lnTo>
                    <a:pt x="3778506" y="95370"/>
                  </a:lnTo>
                  <a:lnTo>
                    <a:pt x="3758710" y="57091"/>
                  </a:lnTo>
                  <a:lnTo>
                    <a:pt x="3728524" y="26905"/>
                  </a:lnTo>
                  <a:lnTo>
                    <a:pt x="3690245" y="7109"/>
                  </a:lnTo>
                  <a:lnTo>
                    <a:pt x="3646170" y="0"/>
                  </a:lnTo>
                  <a:close/>
                </a:path>
              </a:pathLst>
            </a:custGeom>
            <a:solidFill>
              <a:srgbClr val="5B9BD4"/>
            </a:solidFill>
          </p:spPr>
          <p:txBody>
            <a:bodyPr wrap="square" lIns="0" tIns="0" rIns="0" bIns="0" rtlCol="0"/>
            <a:lstStyle/>
            <a:p>
              <a:endParaRPr/>
            </a:p>
          </p:txBody>
        </p:sp>
        <p:sp>
          <p:nvSpPr>
            <p:cNvPr id="9" name="object 9"/>
            <p:cNvSpPr/>
            <p:nvPr/>
          </p:nvSpPr>
          <p:spPr>
            <a:xfrm>
              <a:off x="838580" y="1827659"/>
              <a:ext cx="3785870" cy="836930"/>
            </a:xfrm>
            <a:custGeom>
              <a:avLst/>
              <a:gdLst/>
              <a:ahLst/>
              <a:cxnLst/>
              <a:rect l="l" t="t" r="r" b="b"/>
              <a:pathLst>
                <a:path w="3785870" h="836930">
                  <a:moveTo>
                    <a:pt x="0" y="139446"/>
                  </a:moveTo>
                  <a:lnTo>
                    <a:pt x="7109" y="95370"/>
                  </a:lnTo>
                  <a:lnTo>
                    <a:pt x="26905" y="57091"/>
                  </a:lnTo>
                  <a:lnTo>
                    <a:pt x="57091" y="26905"/>
                  </a:lnTo>
                  <a:lnTo>
                    <a:pt x="95370" y="7109"/>
                  </a:lnTo>
                  <a:lnTo>
                    <a:pt x="139446" y="0"/>
                  </a:lnTo>
                  <a:lnTo>
                    <a:pt x="3646170" y="0"/>
                  </a:lnTo>
                  <a:lnTo>
                    <a:pt x="3690245" y="7109"/>
                  </a:lnTo>
                  <a:lnTo>
                    <a:pt x="3728524" y="26905"/>
                  </a:lnTo>
                  <a:lnTo>
                    <a:pt x="3758710" y="57091"/>
                  </a:lnTo>
                  <a:lnTo>
                    <a:pt x="3778506" y="95370"/>
                  </a:lnTo>
                  <a:lnTo>
                    <a:pt x="3785616" y="139446"/>
                  </a:lnTo>
                  <a:lnTo>
                    <a:pt x="3785616" y="697230"/>
                  </a:lnTo>
                  <a:lnTo>
                    <a:pt x="3778506" y="741305"/>
                  </a:lnTo>
                  <a:lnTo>
                    <a:pt x="3758710" y="779584"/>
                  </a:lnTo>
                  <a:lnTo>
                    <a:pt x="3728524" y="809770"/>
                  </a:lnTo>
                  <a:lnTo>
                    <a:pt x="3690245" y="829566"/>
                  </a:lnTo>
                  <a:lnTo>
                    <a:pt x="3646170" y="836676"/>
                  </a:lnTo>
                  <a:lnTo>
                    <a:pt x="139446" y="836676"/>
                  </a:lnTo>
                  <a:lnTo>
                    <a:pt x="95370" y="829566"/>
                  </a:lnTo>
                  <a:lnTo>
                    <a:pt x="57091" y="809770"/>
                  </a:lnTo>
                  <a:lnTo>
                    <a:pt x="26905" y="779584"/>
                  </a:lnTo>
                  <a:lnTo>
                    <a:pt x="7109" y="741305"/>
                  </a:lnTo>
                  <a:lnTo>
                    <a:pt x="0" y="697230"/>
                  </a:lnTo>
                  <a:lnTo>
                    <a:pt x="0" y="139446"/>
                  </a:lnTo>
                  <a:close/>
                </a:path>
              </a:pathLst>
            </a:custGeom>
            <a:ln w="12954">
              <a:solidFill>
                <a:srgbClr val="FFFFFF"/>
              </a:solidFill>
            </a:ln>
          </p:spPr>
          <p:txBody>
            <a:bodyPr wrap="square" lIns="0" tIns="0" rIns="0" bIns="0" rtlCol="0"/>
            <a:lstStyle/>
            <a:p>
              <a:endParaRPr/>
            </a:p>
          </p:txBody>
        </p:sp>
        <p:sp>
          <p:nvSpPr>
            <p:cNvPr id="10" name="object 10"/>
            <p:cNvSpPr/>
            <p:nvPr/>
          </p:nvSpPr>
          <p:spPr>
            <a:xfrm>
              <a:off x="4624197" y="2789299"/>
              <a:ext cx="6730365" cy="669290"/>
            </a:xfrm>
            <a:custGeom>
              <a:avLst/>
              <a:gdLst/>
              <a:ahLst/>
              <a:cxnLst/>
              <a:rect l="l" t="t" r="r" b="b"/>
              <a:pathLst>
                <a:path w="6730365" h="669289">
                  <a:moveTo>
                    <a:pt x="6618478" y="0"/>
                  </a:moveTo>
                  <a:lnTo>
                    <a:pt x="0" y="0"/>
                  </a:lnTo>
                  <a:lnTo>
                    <a:pt x="0" y="669035"/>
                  </a:lnTo>
                  <a:lnTo>
                    <a:pt x="6618478" y="669035"/>
                  </a:lnTo>
                  <a:lnTo>
                    <a:pt x="6661880" y="660273"/>
                  </a:lnTo>
                  <a:lnTo>
                    <a:pt x="6697324" y="636376"/>
                  </a:lnTo>
                  <a:lnTo>
                    <a:pt x="6721221" y="600932"/>
                  </a:lnTo>
                  <a:lnTo>
                    <a:pt x="6729983" y="557529"/>
                  </a:lnTo>
                  <a:lnTo>
                    <a:pt x="6729983" y="111505"/>
                  </a:lnTo>
                  <a:lnTo>
                    <a:pt x="6721221" y="68103"/>
                  </a:lnTo>
                  <a:lnTo>
                    <a:pt x="6697324" y="32659"/>
                  </a:lnTo>
                  <a:lnTo>
                    <a:pt x="6661880" y="8762"/>
                  </a:lnTo>
                  <a:lnTo>
                    <a:pt x="6618478" y="0"/>
                  </a:lnTo>
                  <a:close/>
                </a:path>
              </a:pathLst>
            </a:custGeom>
            <a:solidFill>
              <a:srgbClr val="D1E9EC">
                <a:alpha val="90194"/>
              </a:srgbClr>
            </a:solidFill>
          </p:spPr>
          <p:txBody>
            <a:bodyPr wrap="square" lIns="0" tIns="0" rIns="0" bIns="0" rtlCol="0"/>
            <a:lstStyle/>
            <a:p>
              <a:endParaRPr/>
            </a:p>
          </p:txBody>
        </p:sp>
        <p:sp>
          <p:nvSpPr>
            <p:cNvPr id="11" name="object 11"/>
            <p:cNvSpPr/>
            <p:nvPr/>
          </p:nvSpPr>
          <p:spPr>
            <a:xfrm>
              <a:off x="4624197" y="2789299"/>
              <a:ext cx="6730365" cy="669290"/>
            </a:xfrm>
            <a:custGeom>
              <a:avLst/>
              <a:gdLst/>
              <a:ahLst/>
              <a:cxnLst/>
              <a:rect l="l" t="t" r="r" b="b"/>
              <a:pathLst>
                <a:path w="6730365" h="669289">
                  <a:moveTo>
                    <a:pt x="6729983" y="111505"/>
                  </a:moveTo>
                  <a:lnTo>
                    <a:pt x="6729983" y="557529"/>
                  </a:lnTo>
                  <a:lnTo>
                    <a:pt x="6721221" y="600932"/>
                  </a:lnTo>
                  <a:lnTo>
                    <a:pt x="6697324" y="636376"/>
                  </a:lnTo>
                  <a:lnTo>
                    <a:pt x="6661880" y="660273"/>
                  </a:lnTo>
                  <a:lnTo>
                    <a:pt x="6618478" y="669035"/>
                  </a:lnTo>
                  <a:lnTo>
                    <a:pt x="0" y="669035"/>
                  </a:lnTo>
                  <a:lnTo>
                    <a:pt x="0" y="0"/>
                  </a:lnTo>
                  <a:lnTo>
                    <a:pt x="6618478" y="0"/>
                  </a:lnTo>
                  <a:lnTo>
                    <a:pt x="6661880" y="8762"/>
                  </a:lnTo>
                  <a:lnTo>
                    <a:pt x="6697324" y="32659"/>
                  </a:lnTo>
                  <a:lnTo>
                    <a:pt x="6721221" y="68103"/>
                  </a:lnTo>
                  <a:lnTo>
                    <a:pt x="6729983" y="111505"/>
                  </a:lnTo>
                  <a:close/>
                </a:path>
              </a:pathLst>
            </a:custGeom>
            <a:ln w="12954">
              <a:solidFill>
                <a:srgbClr val="D1E9EC"/>
              </a:solidFill>
            </a:ln>
          </p:spPr>
          <p:txBody>
            <a:bodyPr wrap="square" lIns="0" tIns="0" rIns="0" bIns="0" rtlCol="0"/>
            <a:lstStyle/>
            <a:p>
              <a:endParaRPr/>
            </a:p>
          </p:txBody>
        </p:sp>
      </p:grpSp>
      <p:sp>
        <p:nvSpPr>
          <p:cNvPr id="12" name="object 12"/>
          <p:cNvSpPr txBox="1"/>
          <p:nvPr/>
        </p:nvSpPr>
        <p:spPr>
          <a:xfrm>
            <a:off x="4713984" y="2864445"/>
            <a:ext cx="5421630" cy="436880"/>
          </a:xfrm>
          <a:prstGeom prst="rect">
            <a:avLst/>
          </a:prstGeom>
        </p:spPr>
        <p:txBody>
          <a:bodyPr vert="horz" wrap="square" lIns="0" tIns="12700" rIns="0" bIns="0" rtlCol="0">
            <a:spAutoFit/>
          </a:bodyPr>
          <a:lstStyle/>
          <a:p>
            <a:pPr marL="12700">
              <a:lnSpc>
                <a:spcPct val="100000"/>
              </a:lnSpc>
              <a:spcBef>
                <a:spcPts val="100"/>
              </a:spcBef>
            </a:pPr>
            <a:r>
              <a:rPr sz="2700" spc="-25" dirty="0">
                <a:latin typeface="Calibri"/>
                <a:cs typeface="Calibri"/>
              </a:rPr>
              <a:t>Event</a:t>
            </a:r>
            <a:r>
              <a:rPr sz="2700" spc="-10" dirty="0">
                <a:latin typeface="Calibri"/>
                <a:cs typeface="Calibri"/>
              </a:rPr>
              <a:t> handlers</a:t>
            </a:r>
            <a:r>
              <a:rPr sz="2700" spc="-5" dirty="0">
                <a:latin typeface="Calibri"/>
                <a:cs typeface="Calibri"/>
              </a:rPr>
              <a:t> </a:t>
            </a:r>
            <a:r>
              <a:rPr sz="2700" spc="-10" dirty="0">
                <a:latin typeface="Calibri"/>
                <a:cs typeface="Calibri"/>
              </a:rPr>
              <a:t>respond </a:t>
            </a:r>
            <a:r>
              <a:rPr sz="2700" spc="-15" dirty="0">
                <a:latin typeface="Calibri"/>
                <a:cs typeface="Calibri"/>
              </a:rPr>
              <a:t>to</a:t>
            </a:r>
            <a:r>
              <a:rPr sz="2700" spc="-20" dirty="0">
                <a:latin typeface="Calibri"/>
                <a:cs typeface="Calibri"/>
              </a:rPr>
              <a:t> </a:t>
            </a:r>
            <a:r>
              <a:rPr sz="2700" spc="-5" dirty="0">
                <a:latin typeface="Calibri"/>
                <a:cs typeface="Calibri"/>
              </a:rPr>
              <a:t>user</a:t>
            </a:r>
            <a:r>
              <a:rPr sz="2700" spc="-10" dirty="0">
                <a:latin typeface="Calibri"/>
                <a:cs typeface="Calibri"/>
              </a:rPr>
              <a:t> </a:t>
            </a:r>
            <a:r>
              <a:rPr sz="2700" spc="-5" dirty="0">
                <a:latin typeface="Calibri"/>
                <a:cs typeface="Calibri"/>
              </a:rPr>
              <a:t>actions</a:t>
            </a:r>
            <a:endParaRPr sz="2700">
              <a:latin typeface="Calibri"/>
              <a:cs typeface="Calibri"/>
            </a:endParaRPr>
          </a:p>
        </p:txBody>
      </p:sp>
      <p:grpSp>
        <p:nvGrpSpPr>
          <p:cNvPr id="13" name="object 13"/>
          <p:cNvGrpSpPr/>
          <p:nvPr/>
        </p:nvGrpSpPr>
        <p:grpSpPr>
          <a:xfrm>
            <a:off x="832103" y="2681483"/>
            <a:ext cx="3798570" cy="848994"/>
            <a:chOff x="832103" y="2681483"/>
            <a:chExt cx="3798570" cy="848994"/>
          </a:xfrm>
        </p:grpSpPr>
        <p:sp>
          <p:nvSpPr>
            <p:cNvPr id="14" name="object 14"/>
            <p:cNvSpPr/>
            <p:nvPr/>
          </p:nvSpPr>
          <p:spPr>
            <a:xfrm>
              <a:off x="838580" y="2687960"/>
              <a:ext cx="3785870" cy="836294"/>
            </a:xfrm>
            <a:custGeom>
              <a:avLst/>
              <a:gdLst/>
              <a:ahLst/>
              <a:cxnLst/>
              <a:rect l="l" t="t" r="r" b="b"/>
              <a:pathLst>
                <a:path w="3785870" h="836295">
                  <a:moveTo>
                    <a:pt x="3646297" y="0"/>
                  </a:moveTo>
                  <a:lnTo>
                    <a:pt x="139319" y="0"/>
                  </a:lnTo>
                  <a:lnTo>
                    <a:pt x="95286" y="7102"/>
                  </a:lnTo>
                  <a:lnTo>
                    <a:pt x="57042" y="26878"/>
                  </a:lnTo>
                  <a:lnTo>
                    <a:pt x="26882" y="57036"/>
                  </a:lnTo>
                  <a:lnTo>
                    <a:pt x="7103" y="95281"/>
                  </a:lnTo>
                  <a:lnTo>
                    <a:pt x="0" y="139319"/>
                  </a:lnTo>
                  <a:lnTo>
                    <a:pt x="0" y="696582"/>
                  </a:lnTo>
                  <a:lnTo>
                    <a:pt x="7103" y="740621"/>
                  </a:lnTo>
                  <a:lnTo>
                    <a:pt x="26882" y="778869"/>
                  </a:lnTo>
                  <a:lnTo>
                    <a:pt x="57042" y="809030"/>
                  </a:lnTo>
                  <a:lnTo>
                    <a:pt x="95286" y="828810"/>
                  </a:lnTo>
                  <a:lnTo>
                    <a:pt x="139319" y="835914"/>
                  </a:lnTo>
                  <a:lnTo>
                    <a:pt x="3646297" y="835914"/>
                  </a:lnTo>
                  <a:lnTo>
                    <a:pt x="3690329" y="828810"/>
                  </a:lnTo>
                  <a:lnTo>
                    <a:pt x="3728573" y="809030"/>
                  </a:lnTo>
                  <a:lnTo>
                    <a:pt x="3758733" y="778869"/>
                  </a:lnTo>
                  <a:lnTo>
                    <a:pt x="3778512" y="740621"/>
                  </a:lnTo>
                  <a:lnTo>
                    <a:pt x="3785616" y="696582"/>
                  </a:lnTo>
                  <a:lnTo>
                    <a:pt x="3785616" y="139319"/>
                  </a:lnTo>
                  <a:lnTo>
                    <a:pt x="3778512" y="95281"/>
                  </a:lnTo>
                  <a:lnTo>
                    <a:pt x="3758733" y="57036"/>
                  </a:lnTo>
                  <a:lnTo>
                    <a:pt x="3728573" y="26878"/>
                  </a:lnTo>
                  <a:lnTo>
                    <a:pt x="3690329" y="7102"/>
                  </a:lnTo>
                  <a:lnTo>
                    <a:pt x="3646297" y="0"/>
                  </a:lnTo>
                  <a:close/>
                </a:path>
              </a:pathLst>
            </a:custGeom>
            <a:solidFill>
              <a:srgbClr val="53CCCD"/>
            </a:solidFill>
          </p:spPr>
          <p:txBody>
            <a:bodyPr wrap="square" lIns="0" tIns="0" rIns="0" bIns="0" rtlCol="0"/>
            <a:lstStyle/>
            <a:p>
              <a:endParaRPr/>
            </a:p>
          </p:txBody>
        </p:sp>
        <p:sp>
          <p:nvSpPr>
            <p:cNvPr id="15" name="object 15"/>
            <p:cNvSpPr/>
            <p:nvPr/>
          </p:nvSpPr>
          <p:spPr>
            <a:xfrm>
              <a:off x="838580" y="2687960"/>
              <a:ext cx="3785870" cy="836294"/>
            </a:xfrm>
            <a:custGeom>
              <a:avLst/>
              <a:gdLst/>
              <a:ahLst/>
              <a:cxnLst/>
              <a:rect l="l" t="t" r="r" b="b"/>
              <a:pathLst>
                <a:path w="3785870" h="836295">
                  <a:moveTo>
                    <a:pt x="0" y="139319"/>
                  </a:moveTo>
                  <a:lnTo>
                    <a:pt x="7103" y="95281"/>
                  </a:lnTo>
                  <a:lnTo>
                    <a:pt x="26882" y="57036"/>
                  </a:lnTo>
                  <a:lnTo>
                    <a:pt x="57042" y="26878"/>
                  </a:lnTo>
                  <a:lnTo>
                    <a:pt x="95286" y="7102"/>
                  </a:lnTo>
                  <a:lnTo>
                    <a:pt x="139319" y="0"/>
                  </a:lnTo>
                  <a:lnTo>
                    <a:pt x="3646297" y="0"/>
                  </a:lnTo>
                  <a:lnTo>
                    <a:pt x="3690329" y="7102"/>
                  </a:lnTo>
                  <a:lnTo>
                    <a:pt x="3728573" y="26878"/>
                  </a:lnTo>
                  <a:lnTo>
                    <a:pt x="3758733" y="57036"/>
                  </a:lnTo>
                  <a:lnTo>
                    <a:pt x="3778512" y="95281"/>
                  </a:lnTo>
                  <a:lnTo>
                    <a:pt x="3785616" y="139319"/>
                  </a:lnTo>
                  <a:lnTo>
                    <a:pt x="3785616" y="696582"/>
                  </a:lnTo>
                  <a:lnTo>
                    <a:pt x="3778512" y="740621"/>
                  </a:lnTo>
                  <a:lnTo>
                    <a:pt x="3758733" y="778869"/>
                  </a:lnTo>
                  <a:lnTo>
                    <a:pt x="3728573" y="809030"/>
                  </a:lnTo>
                  <a:lnTo>
                    <a:pt x="3690329" y="828810"/>
                  </a:lnTo>
                  <a:lnTo>
                    <a:pt x="3646297" y="835914"/>
                  </a:lnTo>
                  <a:lnTo>
                    <a:pt x="139319" y="835914"/>
                  </a:lnTo>
                  <a:lnTo>
                    <a:pt x="95286" y="828810"/>
                  </a:lnTo>
                  <a:lnTo>
                    <a:pt x="57042" y="809030"/>
                  </a:lnTo>
                  <a:lnTo>
                    <a:pt x="26882" y="778869"/>
                  </a:lnTo>
                  <a:lnTo>
                    <a:pt x="7103" y="740621"/>
                  </a:lnTo>
                  <a:lnTo>
                    <a:pt x="0" y="696582"/>
                  </a:lnTo>
                  <a:lnTo>
                    <a:pt x="0" y="139319"/>
                  </a:lnTo>
                  <a:close/>
                </a:path>
              </a:pathLst>
            </a:custGeom>
            <a:ln w="12954">
              <a:solidFill>
                <a:srgbClr val="FFFFFF"/>
              </a:solidFill>
            </a:ln>
          </p:spPr>
          <p:txBody>
            <a:bodyPr wrap="square" lIns="0" tIns="0" rIns="0" bIns="0" rtlCol="0"/>
            <a:lstStyle/>
            <a:p>
              <a:endParaRPr/>
            </a:p>
          </p:txBody>
        </p:sp>
      </p:grpSp>
      <p:grpSp>
        <p:nvGrpSpPr>
          <p:cNvPr id="16" name="object 16"/>
          <p:cNvGrpSpPr/>
          <p:nvPr/>
        </p:nvGrpSpPr>
        <p:grpSpPr>
          <a:xfrm>
            <a:off x="4617529" y="3660456"/>
            <a:ext cx="6743700" cy="682625"/>
            <a:chOff x="4617529" y="3660456"/>
            <a:chExt cx="6743700" cy="682625"/>
          </a:xfrm>
        </p:grpSpPr>
        <p:sp>
          <p:nvSpPr>
            <p:cNvPr id="17" name="object 17"/>
            <p:cNvSpPr/>
            <p:nvPr/>
          </p:nvSpPr>
          <p:spPr>
            <a:xfrm>
              <a:off x="4624196" y="3667123"/>
              <a:ext cx="6730365" cy="669290"/>
            </a:xfrm>
            <a:custGeom>
              <a:avLst/>
              <a:gdLst/>
              <a:ahLst/>
              <a:cxnLst/>
              <a:rect l="l" t="t" r="r" b="b"/>
              <a:pathLst>
                <a:path w="6730365" h="669289">
                  <a:moveTo>
                    <a:pt x="6618478" y="0"/>
                  </a:moveTo>
                  <a:lnTo>
                    <a:pt x="0" y="0"/>
                  </a:lnTo>
                  <a:lnTo>
                    <a:pt x="0" y="669035"/>
                  </a:lnTo>
                  <a:lnTo>
                    <a:pt x="6618478" y="669035"/>
                  </a:lnTo>
                  <a:lnTo>
                    <a:pt x="6661880" y="660273"/>
                  </a:lnTo>
                  <a:lnTo>
                    <a:pt x="6697324" y="636376"/>
                  </a:lnTo>
                  <a:lnTo>
                    <a:pt x="6721221" y="600932"/>
                  </a:lnTo>
                  <a:lnTo>
                    <a:pt x="6729983" y="557529"/>
                  </a:lnTo>
                  <a:lnTo>
                    <a:pt x="6729983" y="111505"/>
                  </a:lnTo>
                  <a:lnTo>
                    <a:pt x="6721221" y="68103"/>
                  </a:lnTo>
                  <a:lnTo>
                    <a:pt x="6697324" y="32659"/>
                  </a:lnTo>
                  <a:lnTo>
                    <a:pt x="6661880" y="8762"/>
                  </a:lnTo>
                  <a:lnTo>
                    <a:pt x="6618478" y="0"/>
                  </a:lnTo>
                  <a:close/>
                </a:path>
              </a:pathLst>
            </a:custGeom>
            <a:solidFill>
              <a:srgbClr val="D0EADF">
                <a:alpha val="90194"/>
              </a:srgbClr>
            </a:solidFill>
          </p:spPr>
          <p:txBody>
            <a:bodyPr wrap="square" lIns="0" tIns="0" rIns="0" bIns="0" rtlCol="0"/>
            <a:lstStyle/>
            <a:p>
              <a:endParaRPr/>
            </a:p>
          </p:txBody>
        </p:sp>
        <p:sp>
          <p:nvSpPr>
            <p:cNvPr id="18" name="object 18"/>
            <p:cNvSpPr/>
            <p:nvPr/>
          </p:nvSpPr>
          <p:spPr>
            <a:xfrm>
              <a:off x="4624196" y="3667123"/>
              <a:ext cx="6730365" cy="669290"/>
            </a:xfrm>
            <a:custGeom>
              <a:avLst/>
              <a:gdLst/>
              <a:ahLst/>
              <a:cxnLst/>
              <a:rect l="l" t="t" r="r" b="b"/>
              <a:pathLst>
                <a:path w="6730365" h="669289">
                  <a:moveTo>
                    <a:pt x="6729983" y="111505"/>
                  </a:moveTo>
                  <a:lnTo>
                    <a:pt x="6729983" y="557529"/>
                  </a:lnTo>
                  <a:lnTo>
                    <a:pt x="6721221" y="600932"/>
                  </a:lnTo>
                  <a:lnTo>
                    <a:pt x="6697324" y="636376"/>
                  </a:lnTo>
                  <a:lnTo>
                    <a:pt x="6661880" y="660273"/>
                  </a:lnTo>
                  <a:lnTo>
                    <a:pt x="6618478" y="669035"/>
                  </a:lnTo>
                  <a:lnTo>
                    <a:pt x="0" y="669035"/>
                  </a:lnTo>
                  <a:lnTo>
                    <a:pt x="0" y="0"/>
                  </a:lnTo>
                  <a:lnTo>
                    <a:pt x="6618478" y="0"/>
                  </a:lnTo>
                  <a:lnTo>
                    <a:pt x="6661880" y="8762"/>
                  </a:lnTo>
                  <a:lnTo>
                    <a:pt x="6697324" y="32659"/>
                  </a:lnTo>
                  <a:lnTo>
                    <a:pt x="6721221" y="68103"/>
                  </a:lnTo>
                  <a:lnTo>
                    <a:pt x="6729983" y="111505"/>
                  </a:lnTo>
                  <a:close/>
                </a:path>
              </a:pathLst>
            </a:custGeom>
            <a:ln w="12954">
              <a:solidFill>
                <a:srgbClr val="D0EADF"/>
              </a:solidFill>
            </a:ln>
          </p:spPr>
          <p:txBody>
            <a:bodyPr wrap="square" lIns="0" tIns="0" rIns="0" bIns="0" rtlCol="0"/>
            <a:lstStyle/>
            <a:p>
              <a:endParaRPr/>
            </a:p>
          </p:txBody>
        </p:sp>
      </p:grpSp>
      <p:sp>
        <p:nvSpPr>
          <p:cNvPr id="19" name="object 19"/>
          <p:cNvSpPr txBox="1"/>
          <p:nvPr/>
        </p:nvSpPr>
        <p:spPr>
          <a:xfrm>
            <a:off x="4713984" y="3742308"/>
            <a:ext cx="4941570" cy="436880"/>
          </a:xfrm>
          <a:prstGeom prst="rect">
            <a:avLst/>
          </a:prstGeom>
        </p:spPr>
        <p:txBody>
          <a:bodyPr vert="horz" wrap="square" lIns="0" tIns="12700" rIns="0" bIns="0" rtlCol="0">
            <a:spAutoFit/>
          </a:bodyPr>
          <a:lstStyle/>
          <a:p>
            <a:pPr marL="12700">
              <a:lnSpc>
                <a:spcPct val="100000"/>
              </a:lnSpc>
              <a:spcBef>
                <a:spcPts val="100"/>
              </a:spcBef>
            </a:pPr>
            <a:r>
              <a:rPr sz="2700" spc="-5" dirty="0">
                <a:latin typeface="Calibri"/>
                <a:cs typeface="Calibri"/>
              </a:rPr>
              <a:t>Design</a:t>
            </a:r>
            <a:r>
              <a:rPr sz="2700" spc="-10" dirty="0">
                <a:latin typeface="Calibri"/>
                <a:cs typeface="Calibri"/>
              </a:rPr>
              <a:t> </a:t>
            </a:r>
            <a:r>
              <a:rPr sz="2700" spc="-5" dirty="0">
                <a:latin typeface="Calibri"/>
                <a:cs typeface="Calibri"/>
              </a:rPr>
              <a:t>and </a:t>
            </a:r>
            <a:r>
              <a:rPr sz="2700" spc="-10" dirty="0">
                <a:latin typeface="Calibri"/>
                <a:cs typeface="Calibri"/>
              </a:rPr>
              <a:t>render</a:t>
            </a:r>
            <a:r>
              <a:rPr sz="2700" dirty="0">
                <a:latin typeface="Calibri"/>
                <a:cs typeface="Calibri"/>
              </a:rPr>
              <a:t> </a:t>
            </a:r>
            <a:r>
              <a:rPr sz="2700" spc="-5" dirty="0">
                <a:latin typeface="Calibri"/>
                <a:cs typeface="Calibri"/>
              </a:rPr>
              <a:t>HTML</a:t>
            </a:r>
            <a:r>
              <a:rPr sz="2700" dirty="0">
                <a:latin typeface="Calibri"/>
                <a:cs typeface="Calibri"/>
              </a:rPr>
              <a:t> </a:t>
            </a:r>
            <a:r>
              <a:rPr sz="2700" spc="-15" dirty="0">
                <a:latin typeface="Calibri"/>
                <a:cs typeface="Calibri"/>
              </a:rPr>
              <a:t>templates</a:t>
            </a:r>
            <a:endParaRPr sz="2700">
              <a:latin typeface="Calibri"/>
              <a:cs typeface="Calibri"/>
            </a:endParaRPr>
          </a:p>
        </p:txBody>
      </p:sp>
      <p:grpSp>
        <p:nvGrpSpPr>
          <p:cNvPr id="20" name="object 20"/>
          <p:cNvGrpSpPr/>
          <p:nvPr/>
        </p:nvGrpSpPr>
        <p:grpSpPr>
          <a:xfrm>
            <a:off x="831913" y="3576640"/>
            <a:ext cx="10528935" cy="1644014"/>
            <a:chOff x="831913" y="3576640"/>
            <a:chExt cx="10528935" cy="1644014"/>
          </a:xfrm>
        </p:grpSpPr>
        <p:sp>
          <p:nvSpPr>
            <p:cNvPr id="21" name="object 21"/>
            <p:cNvSpPr/>
            <p:nvPr/>
          </p:nvSpPr>
          <p:spPr>
            <a:xfrm>
              <a:off x="838580" y="3583307"/>
              <a:ext cx="3785870" cy="836930"/>
            </a:xfrm>
            <a:custGeom>
              <a:avLst/>
              <a:gdLst/>
              <a:ahLst/>
              <a:cxnLst/>
              <a:rect l="l" t="t" r="r" b="b"/>
              <a:pathLst>
                <a:path w="3785870" h="836929">
                  <a:moveTo>
                    <a:pt x="3646170" y="0"/>
                  </a:moveTo>
                  <a:lnTo>
                    <a:pt x="139446" y="0"/>
                  </a:lnTo>
                  <a:lnTo>
                    <a:pt x="95370" y="7109"/>
                  </a:lnTo>
                  <a:lnTo>
                    <a:pt x="57091" y="26905"/>
                  </a:lnTo>
                  <a:lnTo>
                    <a:pt x="26905" y="57091"/>
                  </a:lnTo>
                  <a:lnTo>
                    <a:pt x="7109" y="95370"/>
                  </a:lnTo>
                  <a:lnTo>
                    <a:pt x="0" y="139446"/>
                  </a:lnTo>
                  <a:lnTo>
                    <a:pt x="0" y="697230"/>
                  </a:lnTo>
                  <a:lnTo>
                    <a:pt x="7109" y="741305"/>
                  </a:lnTo>
                  <a:lnTo>
                    <a:pt x="26905" y="779584"/>
                  </a:lnTo>
                  <a:lnTo>
                    <a:pt x="57091" y="809770"/>
                  </a:lnTo>
                  <a:lnTo>
                    <a:pt x="95370" y="829566"/>
                  </a:lnTo>
                  <a:lnTo>
                    <a:pt x="139446" y="836676"/>
                  </a:lnTo>
                  <a:lnTo>
                    <a:pt x="3646170" y="836676"/>
                  </a:lnTo>
                  <a:lnTo>
                    <a:pt x="3690245" y="829566"/>
                  </a:lnTo>
                  <a:lnTo>
                    <a:pt x="3728524" y="809770"/>
                  </a:lnTo>
                  <a:lnTo>
                    <a:pt x="3758710" y="779584"/>
                  </a:lnTo>
                  <a:lnTo>
                    <a:pt x="3778506" y="741305"/>
                  </a:lnTo>
                  <a:lnTo>
                    <a:pt x="3785616" y="697230"/>
                  </a:lnTo>
                  <a:lnTo>
                    <a:pt x="3785616" y="139446"/>
                  </a:lnTo>
                  <a:lnTo>
                    <a:pt x="3778506" y="95370"/>
                  </a:lnTo>
                  <a:lnTo>
                    <a:pt x="3758710" y="57091"/>
                  </a:lnTo>
                  <a:lnTo>
                    <a:pt x="3728524" y="26905"/>
                  </a:lnTo>
                  <a:lnTo>
                    <a:pt x="3690245" y="7109"/>
                  </a:lnTo>
                  <a:lnTo>
                    <a:pt x="3646170" y="0"/>
                  </a:lnTo>
                  <a:close/>
                </a:path>
              </a:pathLst>
            </a:custGeom>
            <a:solidFill>
              <a:srgbClr val="4DC58D"/>
            </a:solidFill>
          </p:spPr>
          <p:txBody>
            <a:bodyPr wrap="square" lIns="0" tIns="0" rIns="0" bIns="0" rtlCol="0"/>
            <a:lstStyle/>
            <a:p>
              <a:endParaRPr/>
            </a:p>
          </p:txBody>
        </p:sp>
        <p:sp>
          <p:nvSpPr>
            <p:cNvPr id="22" name="object 22"/>
            <p:cNvSpPr/>
            <p:nvPr/>
          </p:nvSpPr>
          <p:spPr>
            <a:xfrm>
              <a:off x="838580" y="3583307"/>
              <a:ext cx="3785870" cy="836930"/>
            </a:xfrm>
            <a:custGeom>
              <a:avLst/>
              <a:gdLst/>
              <a:ahLst/>
              <a:cxnLst/>
              <a:rect l="l" t="t" r="r" b="b"/>
              <a:pathLst>
                <a:path w="3785870" h="836929">
                  <a:moveTo>
                    <a:pt x="0" y="139446"/>
                  </a:moveTo>
                  <a:lnTo>
                    <a:pt x="7109" y="95370"/>
                  </a:lnTo>
                  <a:lnTo>
                    <a:pt x="26905" y="57091"/>
                  </a:lnTo>
                  <a:lnTo>
                    <a:pt x="57091" y="26905"/>
                  </a:lnTo>
                  <a:lnTo>
                    <a:pt x="95370" y="7109"/>
                  </a:lnTo>
                  <a:lnTo>
                    <a:pt x="139446" y="0"/>
                  </a:lnTo>
                  <a:lnTo>
                    <a:pt x="3646170" y="0"/>
                  </a:lnTo>
                  <a:lnTo>
                    <a:pt x="3690245" y="7109"/>
                  </a:lnTo>
                  <a:lnTo>
                    <a:pt x="3728524" y="26905"/>
                  </a:lnTo>
                  <a:lnTo>
                    <a:pt x="3758710" y="57091"/>
                  </a:lnTo>
                  <a:lnTo>
                    <a:pt x="3778506" y="95370"/>
                  </a:lnTo>
                  <a:lnTo>
                    <a:pt x="3785616" y="139446"/>
                  </a:lnTo>
                  <a:lnTo>
                    <a:pt x="3785616" y="697230"/>
                  </a:lnTo>
                  <a:lnTo>
                    <a:pt x="3778506" y="741305"/>
                  </a:lnTo>
                  <a:lnTo>
                    <a:pt x="3758710" y="779584"/>
                  </a:lnTo>
                  <a:lnTo>
                    <a:pt x="3728524" y="809770"/>
                  </a:lnTo>
                  <a:lnTo>
                    <a:pt x="3690245" y="829566"/>
                  </a:lnTo>
                  <a:lnTo>
                    <a:pt x="3646170" y="836676"/>
                  </a:lnTo>
                  <a:lnTo>
                    <a:pt x="139446" y="836676"/>
                  </a:lnTo>
                  <a:lnTo>
                    <a:pt x="95370" y="829566"/>
                  </a:lnTo>
                  <a:lnTo>
                    <a:pt x="57091" y="809770"/>
                  </a:lnTo>
                  <a:lnTo>
                    <a:pt x="26905" y="779584"/>
                  </a:lnTo>
                  <a:lnTo>
                    <a:pt x="7109" y="741305"/>
                  </a:lnTo>
                  <a:lnTo>
                    <a:pt x="0" y="697230"/>
                  </a:lnTo>
                  <a:lnTo>
                    <a:pt x="0" y="139446"/>
                  </a:lnTo>
                  <a:close/>
                </a:path>
              </a:pathLst>
            </a:custGeom>
            <a:ln w="12954">
              <a:solidFill>
                <a:srgbClr val="FFFFFF"/>
              </a:solidFill>
            </a:ln>
          </p:spPr>
          <p:txBody>
            <a:bodyPr wrap="square" lIns="0" tIns="0" rIns="0" bIns="0" rtlCol="0"/>
            <a:lstStyle/>
            <a:p>
              <a:endParaRPr/>
            </a:p>
          </p:txBody>
        </p:sp>
        <p:sp>
          <p:nvSpPr>
            <p:cNvPr id="23" name="object 23"/>
            <p:cNvSpPr/>
            <p:nvPr/>
          </p:nvSpPr>
          <p:spPr>
            <a:xfrm>
              <a:off x="4624197" y="4544947"/>
              <a:ext cx="6730365" cy="669290"/>
            </a:xfrm>
            <a:custGeom>
              <a:avLst/>
              <a:gdLst/>
              <a:ahLst/>
              <a:cxnLst/>
              <a:rect l="l" t="t" r="r" b="b"/>
              <a:pathLst>
                <a:path w="6730365" h="669289">
                  <a:moveTo>
                    <a:pt x="6618478" y="0"/>
                  </a:moveTo>
                  <a:lnTo>
                    <a:pt x="0" y="0"/>
                  </a:lnTo>
                  <a:lnTo>
                    <a:pt x="0" y="669035"/>
                  </a:lnTo>
                  <a:lnTo>
                    <a:pt x="6618478" y="669035"/>
                  </a:lnTo>
                  <a:lnTo>
                    <a:pt x="6661880" y="660273"/>
                  </a:lnTo>
                  <a:lnTo>
                    <a:pt x="6697324" y="636376"/>
                  </a:lnTo>
                  <a:lnTo>
                    <a:pt x="6721221" y="600932"/>
                  </a:lnTo>
                  <a:lnTo>
                    <a:pt x="6729983" y="557529"/>
                  </a:lnTo>
                  <a:lnTo>
                    <a:pt x="6729983" y="111505"/>
                  </a:lnTo>
                  <a:lnTo>
                    <a:pt x="6721221" y="68103"/>
                  </a:lnTo>
                  <a:lnTo>
                    <a:pt x="6697324" y="32659"/>
                  </a:lnTo>
                  <a:lnTo>
                    <a:pt x="6661880" y="8762"/>
                  </a:lnTo>
                  <a:lnTo>
                    <a:pt x="6618478" y="0"/>
                  </a:lnTo>
                  <a:close/>
                </a:path>
              </a:pathLst>
            </a:custGeom>
            <a:solidFill>
              <a:srgbClr val="CFE6D3">
                <a:alpha val="90194"/>
              </a:srgbClr>
            </a:solidFill>
          </p:spPr>
          <p:txBody>
            <a:bodyPr wrap="square" lIns="0" tIns="0" rIns="0" bIns="0" rtlCol="0"/>
            <a:lstStyle/>
            <a:p>
              <a:endParaRPr/>
            </a:p>
          </p:txBody>
        </p:sp>
        <p:sp>
          <p:nvSpPr>
            <p:cNvPr id="24" name="object 24"/>
            <p:cNvSpPr/>
            <p:nvPr/>
          </p:nvSpPr>
          <p:spPr>
            <a:xfrm>
              <a:off x="4624197" y="4544947"/>
              <a:ext cx="6730365" cy="669290"/>
            </a:xfrm>
            <a:custGeom>
              <a:avLst/>
              <a:gdLst/>
              <a:ahLst/>
              <a:cxnLst/>
              <a:rect l="l" t="t" r="r" b="b"/>
              <a:pathLst>
                <a:path w="6730365" h="669289">
                  <a:moveTo>
                    <a:pt x="6729983" y="111505"/>
                  </a:moveTo>
                  <a:lnTo>
                    <a:pt x="6729983" y="557529"/>
                  </a:lnTo>
                  <a:lnTo>
                    <a:pt x="6721221" y="600932"/>
                  </a:lnTo>
                  <a:lnTo>
                    <a:pt x="6697324" y="636376"/>
                  </a:lnTo>
                  <a:lnTo>
                    <a:pt x="6661880" y="660273"/>
                  </a:lnTo>
                  <a:lnTo>
                    <a:pt x="6618478" y="669035"/>
                  </a:lnTo>
                  <a:lnTo>
                    <a:pt x="0" y="669035"/>
                  </a:lnTo>
                  <a:lnTo>
                    <a:pt x="0" y="0"/>
                  </a:lnTo>
                  <a:lnTo>
                    <a:pt x="6618478" y="0"/>
                  </a:lnTo>
                  <a:lnTo>
                    <a:pt x="6661880" y="8762"/>
                  </a:lnTo>
                  <a:lnTo>
                    <a:pt x="6697324" y="32659"/>
                  </a:lnTo>
                  <a:lnTo>
                    <a:pt x="6721221" y="68103"/>
                  </a:lnTo>
                  <a:lnTo>
                    <a:pt x="6729983" y="111505"/>
                  </a:lnTo>
                  <a:close/>
                </a:path>
              </a:pathLst>
            </a:custGeom>
            <a:ln w="12954">
              <a:solidFill>
                <a:srgbClr val="CFE6D3"/>
              </a:solidFill>
            </a:ln>
          </p:spPr>
          <p:txBody>
            <a:bodyPr wrap="square" lIns="0" tIns="0" rIns="0" bIns="0" rtlCol="0"/>
            <a:lstStyle/>
            <a:p>
              <a:endParaRPr/>
            </a:p>
          </p:txBody>
        </p:sp>
      </p:grpSp>
      <p:sp>
        <p:nvSpPr>
          <p:cNvPr id="25" name="object 25"/>
          <p:cNvSpPr txBox="1"/>
          <p:nvPr/>
        </p:nvSpPr>
        <p:spPr>
          <a:xfrm>
            <a:off x="4713984" y="4620172"/>
            <a:ext cx="1854835" cy="436880"/>
          </a:xfrm>
          <a:prstGeom prst="rect">
            <a:avLst/>
          </a:prstGeom>
        </p:spPr>
        <p:txBody>
          <a:bodyPr vert="horz" wrap="square" lIns="0" tIns="12700" rIns="0" bIns="0" rtlCol="0">
            <a:spAutoFit/>
          </a:bodyPr>
          <a:lstStyle/>
          <a:p>
            <a:pPr marL="12700">
              <a:lnSpc>
                <a:spcPct val="100000"/>
              </a:lnSpc>
              <a:spcBef>
                <a:spcPts val="100"/>
              </a:spcBef>
            </a:pPr>
            <a:r>
              <a:rPr sz="2700" spc="-15" dirty="0">
                <a:latin typeface="Calibri"/>
                <a:cs typeface="Calibri"/>
              </a:rPr>
              <a:t>Resolve</a:t>
            </a:r>
            <a:r>
              <a:rPr sz="2700" spc="-65" dirty="0">
                <a:latin typeface="Calibri"/>
                <a:cs typeface="Calibri"/>
              </a:rPr>
              <a:t> </a:t>
            </a:r>
            <a:r>
              <a:rPr sz="2700" spc="-5" dirty="0">
                <a:latin typeface="Calibri"/>
                <a:cs typeface="Calibri"/>
              </a:rPr>
              <a:t>URLs</a:t>
            </a:r>
            <a:endParaRPr sz="2700">
              <a:latin typeface="Calibri"/>
              <a:cs typeface="Calibri"/>
            </a:endParaRPr>
          </a:p>
        </p:txBody>
      </p:sp>
      <p:grpSp>
        <p:nvGrpSpPr>
          <p:cNvPr id="26" name="object 26"/>
          <p:cNvGrpSpPr/>
          <p:nvPr/>
        </p:nvGrpSpPr>
        <p:grpSpPr>
          <a:xfrm>
            <a:off x="831913" y="4454462"/>
            <a:ext cx="10528935" cy="1644014"/>
            <a:chOff x="831913" y="4454462"/>
            <a:chExt cx="10528935" cy="1644014"/>
          </a:xfrm>
        </p:grpSpPr>
        <p:sp>
          <p:nvSpPr>
            <p:cNvPr id="27" name="object 27"/>
            <p:cNvSpPr/>
            <p:nvPr/>
          </p:nvSpPr>
          <p:spPr>
            <a:xfrm>
              <a:off x="838580" y="4461131"/>
              <a:ext cx="3785870" cy="836930"/>
            </a:xfrm>
            <a:custGeom>
              <a:avLst/>
              <a:gdLst/>
              <a:ahLst/>
              <a:cxnLst/>
              <a:rect l="l" t="t" r="r" b="b"/>
              <a:pathLst>
                <a:path w="3785870" h="836929">
                  <a:moveTo>
                    <a:pt x="3646170" y="0"/>
                  </a:moveTo>
                  <a:lnTo>
                    <a:pt x="139446" y="0"/>
                  </a:lnTo>
                  <a:lnTo>
                    <a:pt x="95370" y="7109"/>
                  </a:lnTo>
                  <a:lnTo>
                    <a:pt x="57091" y="26905"/>
                  </a:lnTo>
                  <a:lnTo>
                    <a:pt x="26905" y="57091"/>
                  </a:lnTo>
                  <a:lnTo>
                    <a:pt x="7109" y="95370"/>
                  </a:lnTo>
                  <a:lnTo>
                    <a:pt x="0" y="139445"/>
                  </a:lnTo>
                  <a:lnTo>
                    <a:pt x="0" y="697229"/>
                  </a:lnTo>
                  <a:lnTo>
                    <a:pt x="7109" y="741305"/>
                  </a:lnTo>
                  <a:lnTo>
                    <a:pt x="26905" y="779584"/>
                  </a:lnTo>
                  <a:lnTo>
                    <a:pt x="57091" y="809770"/>
                  </a:lnTo>
                  <a:lnTo>
                    <a:pt x="95370" y="829566"/>
                  </a:lnTo>
                  <a:lnTo>
                    <a:pt x="139446" y="836675"/>
                  </a:lnTo>
                  <a:lnTo>
                    <a:pt x="3646170" y="836675"/>
                  </a:lnTo>
                  <a:lnTo>
                    <a:pt x="3690245" y="829566"/>
                  </a:lnTo>
                  <a:lnTo>
                    <a:pt x="3728524" y="809770"/>
                  </a:lnTo>
                  <a:lnTo>
                    <a:pt x="3758710" y="779584"/>
                  </a:lnTo>
                  <a:lnTo>
                    <a:pt x="3778506" y="741305"/>
                  </a:lnTo>
                  <a:lnTo>
                    <a:pt x="3785616" y="697229"/>
                  </a:lnTo>
                  <a:lnTo>
                    <a:pt x="3785616" y="139445"/>
                  </a:lnTo>
                  <a:lnTo>
                    <a:pt x="3778506" y="95370"/>
                  </a:lnTo>
                  <a:lnTo>
                    <a:pt x="3758710" y="57091"/>
                  </a:lnTo>
                  <a:lnTo>
                    <a:pt x="3728524" y="26905"/>
                  </a:lnTo>
                  <a:lnTo>
                    <a:pt x="3690245" y="7109"/>
                  </a:lnTo>
                  <a:lnTo>
                    <a:pt x="3646170" y="0"/>
                  </a:lnTo>
                  <a:close/>
                </a:path>
              </a:pathLst>
            </a:custGeom>
            <a:solidFill>
              <a:srgbClr val="47BA4F"/>
            </a:solidFill>
          </p:spPr>
          <p:txBody>
            <a:bodyPr wrap="square" lIns="0" tIns="0" rIns="0" bIns="0" rtlCol="0"/>
            <a:lstStyle/>
            <a:p>
              <a:endParaRPr/>
            </a:p>
          </p:txBody>
        </p:sp>
        <p:sp>
          <p:nvSpPr>
            <p:cNvPr id="28" name="object 28"/>
            <p:cNvSpPr/>
            <p:nvPr/>
          </p:nvSpPr>
          <p:spPr>
            <a:xfrm>
              <a:off x="838580" y="4461130"/>
              <a:ext cx="3785870" cy="836930"/>
            </a:xfrm>
            <a:custGeom>
              <a:avLst/>
              <a:gdLst/>
              <a:ahLst/>
              <a:cxnLst/>
              <a:rect l="l" t="t" r="r" b="b"/>
              <a:pathLst>
                <a:path w="3785870" h="836929">
                  <a:moveTo>
                    <a:pt x="0" y="139445"/>
                  </a:moveTo>
                  <a:lnTo>
                    <a:pt x="7109" y="95370"/>
                  </a:lnTo>
                  <a:lnTo>
                    <a:pt x="26905" y="57091"/>
                  </a:lnTo>
                  <a:lnTo>
                    <a:pt x="57091" y="26905"/>
                  </a:lnTo>
                  <a:lnTo>
                    <a:pt x="95370" y="7109"/>
                  </a:lnTo>
                  <a:lnTo>
                    <a:pt x="139446" y="0"/>
                  </a:lnTo>
                  <a:lnTo>
                    <a:pt x="3646170" y="0"/>
                  </a:lnTo>
                  <a:lnTo>
                    <a:pt x="3690245" y="7109"/>
                  </a:lnTo>
                  <a:lnTo>
                    <a:pt x="3728524" y="26905"/>
                  </a:lnTo>
                  <a:lnTo>
                    <a:pt x="3758710" y="57091"/>
                  </a:lnTo>
                  <a:lnTo>
                    <a:pt x="3778506" y="95370"/>
                  </a:lnTo>
                  <a:lnTo>
                    <a:pt x="3785616" y="139445"/>
                  </a:lnTo>
                  <a:lnTo>
                    <a:pt x="3785616" y="697229"/>
                  </a:lnTo>
                  <a:lnTo>
                    <a:pt x="3778506" y="741305"/>
                  </a:lnTo>
                  <a:lnTo>
                    <a:pt x="3758710" y="779584"/>
                  </a:lnTo>
                  <a:lnTo>
                    <a:pt x="3728524" y="809770"/>
                  </a:lnTo>
                  <a:lnTo>
                    <a:pt x="3690245" y="829566"/>
                  </a:lnTo>
                  <a:lnTo>
                    <a:pt x="3646170" y="836676"/>
                  </a:lnTo>
                  <a:lnTo>
                    <a:pt x="139446" y="836676"/>
                  </a:lnTo>
                  <a:lnTo>
                    <a:pt x="95370" y="829566"/>
                  </a:lnTo>
                  <a:lnTo>
                    <a:pt x="57091" y="809770"/>
                  </a:lnTo>
                  <a:lnTo>
                    <a:pt x="26905" y="779584"/>
                  </a:lnTo>
                  <a:lnTo>
                    <a:pt x="7109" y="741305"/>
                  </a:lnTo>
                  <a:lnTo>
                    <a:pt x="0" y="697229"/>
                  </a:lnTo>
                  <a:lnTo>
                    <a:pt x="0" y="139445"/>
                  </a:lnTo>
                  <a:close/>
                </a:path>
              </a:pathLst>
            </a:custGeom>
            <a:ln w="12954">
              <a:solidFill>
                <a:srgbClr val="FFFFFF"/>
              </a:solidFill>
            </a:ln>
          </p:spPr>
          <p:txBody>
            <a:bodyPr wrap="square" lIns="0" tIns="0" rIns="0" bIns="0" rtlCol="0"/>
            <a:lstStyle/>
            <a:p>
              <a:endParaRPr/>
            </a:p>
          </p:txBody>
        </p:sp>
        <p:sp>
          <p:nvSpPr>
            <p:cNvPr id="29" name="object 29"/>
            <p:cNvSpPr/>
            <p:nvPr/>
          </p:nvSpPr>
          <p:spPr>
            <a:xfrm>
              <a:off x="4624197" y="5422771"/>
              <a:ext cx="6730365" cy="669290"/>
            </a:xfrm>
            <a:custGeom>
              <a:avLst/>
              <a:gdLst/>
              <a:ahLst/>
              <a:cxnLst/>
              <a:rect l="l" t="t" r="r" b="b"/>
              <a:pathLst>
                <a:path w="6730365" h="669289">
                  <a:moveTo>
                    <a:pt x="6618478" y="0"/>
                  </a:moveTo>
                  <a:lnTo>
                    <a:pt x="0" y="0"/>
                  </a:lnTo>
                  <a:lnTo>
                    <a:pt x="0" y="669035"/>
                  </a:lnTo>
                  <a:lnTo>
                    <a:pt x="6618478" y="669035"/>
                  </a:lnTo>
                  <a:lnTo>
                    <a:pt x="6661880" y="660273"/>
                  </a:lnTo>
                  <a:lnTo>
                    <a:pt x="6697324" y="636376"/>
                  </a:lnTo>
                  <a:lnTo>
                    <a:pt x="6721221" y="600932"/>
                  </a:lnTo>
                  <a:lnTo>
                    <a:pt x="6729983" y="557529"/>
                  </a:lnTo>
                  <a:lnTo>
                    <a:pt x="6729983" y="111505"/>
                  </a:lnTo>
                  <a:lnTo>
                    <a:pt x="6721221" y="68103"/>
                  </a:lnTo>
                  <a:lnTo>
                    <a:pt x="6697324" y="32659"/>
                  </a:lnTo>
                  <a:lnTo>
                    <a:pt x="6661880" y="8762"/>
                  </a:lnTo>
                  <a:lnTo>
                    <a:pt x="6618478" y="0"/>
                  </a:lnTo>
                  <a:close/>
                </a:path>
              </a:pathLst>
            </a:custGeom>
            <a:solidFill>
              <a:srgbClr val="D4E2CF">
                <a:alpha val="90194"/>
              </a:srgbClr>
            </a:solidFill>
          </p:spPr>
          <p:txBody>
            <a:bodyPr wrap="square" lIns="0" tIns="0" rIns="0" bIns="0" rtlCol="0"/>
            <a:lstStyle/>
            <a:p>
              <a:endParaRPr/>
            </a:p>
          </p:txBody>
        </p:sp>
        <p:sp>
          <p:nvSpPr>
            <p:cNvPr id="30" name="object 30"/>
            <p:cNvSpPr/>
            <p:nvPr/>
          </p:nvSpPr>
          <p:spPr>
            <a:xfrm>
              <a:off x="4624197" y="5422771"/>
              <a:ext cx="6730365" cy="669290"/>
            </a:xfrm>
            <a:custGeom>
              <a:avLst/>
              <a:gdLst/>
              <a:ahLst/>
              <a:cxnLst/>
              <a:rect l="l" t="t" r="r" b="b"/>
              <a:pathLst>
                <a:path w="6730365" h="669289">
                  <a:moveTo>
                    <a:pt x="6729983" y="111505"/>
                  </a:moveTo>
                  <a:lnTo>
                    <a:pt x="6729983" y="557529"/>
                  </a:lnTo>
                  <a:lnTo>
                    <a:pt x="6721221" y="600932"/>
                  </a:lnTo>
                  <a:lnTo>
                    <a:pt x="6697324" y="636376"/>
                  </a:lnTo>
                  <a:lnTo>
                    <a:pt x="6661880" y="660273"/>
                  </a:lnTo>
                  <a:lnTo>
                    <a:pt x="6618478" y="669035"/>
                  </a:lnTo>
                  <a:lnTo>
                    <a:pt x="0" y="669035"/>
                  </a:lnTo>
                  <a:lnTo>
                    <a:pt x="0" y="0"/>
                  </a:lnTo>
                  <a:lnTo>
                    <a:pt x="6618478" y="0"/>
                  </a:lnTo>
                  <a:lnTo>
                    <a:pt x="6661880" y="8762"/>
                  </a:lnTo>
                  <a:lnTo>
                    <a:pt x="6697324" y="32659"/>
                  </a:lnTo>
                  <a:lnTo>
                    <a:pt x="6721221" y="68103"/>
                  </a:lnTo>
                  <a:lnTo>
                    <a:pt x="6729983" y="111505"/>
                  </a:lnTo>
                  <a:close/>
                </a:path>
              </a:pathLst>
            </a:custGeom>
            <a:ln w="12954">
              <a:solidFill>
                <a:srgbClr val="D4E2CF"/>
              </a:solidFill>
            </a:ln>
          </p:spPr>
          <p:txBody>
            <a:bodyPr wrap="square" lIns="0" tIns="0" rIns="0" bIns="0" rtlCol="0"/>
            <a:lstStyle/>
            <a:p>
              <a:endParaRPr/>
            </a:p>
          </p:txBody>
        </p:sp>
      </p:grpSp>
      <p:sp>
        <p:nvSpPr>
          <p:cNvPr id="31" name="object 31"/>
          <p:cNvSpPr txBox="1"/>
          <p:nvPr/>
        </p:nvSpPr>
        <p:spPr>
          <a:xfrm>
            <a:off x="4713984" y="5498034"/>
            <a:ext cx="6315075" cy="436880"/>
          </a:xfrm>
          <a:prstGeom prst="rect">
            <a:avLst/>
          </a:prstGeom>
        </p:spPr>
        <p:txBody>
          <a:bodyPr vert="horz" wrap="square" lIns="0" tIns="12700" rIns="0" bIns="0" rtlCol="0">
            <a:spAutoFit/>
          </a:bodyPr>
          <a:lstStyle/>
          <a:p>
            <a:pPr marL="12700">
              <a:lnSpc>
                <a:spcPct val="100000"/>
              </a:lnSpc>
              <a:spcBef>
                <a:spcPts val="100"/>
              </a:spcBef>
            </a:pPr>
            <a:r>
              <a:rPr sz="2700" spc="-20" dirty="0">
                <a:latin typeface="Calibri"/>
                <a:cs typeface="Calibri"/>
              </a:rPr>
              <a:t>Interact</a:t>
            </a:r>
            <a:r>
              <a:rPr sz="2700" spc="-5" dirty="0">
                <a:latin typeface="Calibri"/>
                <a:cs typeface="Calibri"/>
              </a:rPr>
              <a:t> with</a:t>
            </a:r>
            <a:r>
              <a:rPr sz="2700" spc="-15" dirty="0">
                <a:latin typeface="Calibri"/>
                <a:cs typeface="Calibri"/>
              </a:rPr>
              <a:t> </a:t>
            </a:r>
            <a:r>
              <a:rPr sz="2700" spc="-5" dirty="0">
                <a:latin typeface="Calibri"/>
                <a:cs typeface="Calibri"/>
              </a:rPr>
              <a:t>server(s)</a:t>
            </a:r>
            <a:r>
              <a:rPr sz="2700" dirty="0">
                <a:latin typeface="Calibri"/>
                <a:cs typeface="Calibri"/>
              </a:rPr>
              <a:t> </a:t>
            </a:r>
            <a:r>
              <a:rPr sz="2700" spc="-10" dirty="0">
                <a:latin typeface="Calibri"/>
                <a:cs typeface="Calibri"/>
              </a:rPr>
              <a:t>through</a:t>
            </a:r>
            <a:r>
              <a:rPr sz="2700" spc="10" dirty="0">
                <a:latin typeface="Calibri"/>
                <a:cs typeface="Calibri"/>
              </a:rPr>
              <a:t> </a:t>
            </a:r>
            <a:r>
              <a:rPr sz="2700" spc="-5" dirty="0">
                <a:latin typeface="Calibri"/>
                <a:cs typeface="Calibri"/>
              </a:rPr>
              <a:t>APIs</a:t>
            </a:r>
            <a:r>
              <a:rPr sz="2700" spc="5" dirty="0">
                <a:latin typeface="Calibri"/>
                <a:cs typeface="Calibri"/>
              </a:rPr>
              <a:t> </a:t>
            </a:r>
            <a:r>
              <a:rPr sz="2700" spc="-5" dirty="0">
                <a:latin typeface="Calibri"/>
                <a:cs typeface="Calibri"/>
              </a:rPr>
              <a:t>and </a:t>
            </a:r>
            <a:r>
              <a:rPr sz="2700" spc="-10" dirty="0">
                <a:latin typeface="Calibri"/>
                <a:cs typeface="Calibri"/>
              </a:rPr>
              <a:t>AJAX</a:t>
            </a:r>
            <a:endParaRPr sz="2700">
              <a:latin typeface="Calibri"/>
              <a:cs typeface="Calibri"/>
            </a:endParaRPr>
          </a:p>
        </p:txBody>
      </p:sp>
      <p:grpSp>
        <p:nvGrpSpPr>
          <p:cNvPr id="32" name="object 32"/>
          <p:cNvGrpSpPr/>
          <p:nvPr/>
        </p:nvGrpSpPr>
        <p:grpSpPr>
          <a:xfrm>
            <a:off x="832103" y="5333243"/>
            <a:ext cx="3798570" cy="848994"/>
            <a:chOff x="832103" y="5333243"/>
            <a:chExt cx="3798570" cy="848994"/>
          </a:xfrm>
        </p:grpSpPr>
        <p:sp>
          <p:nvSpPr>
            <p:cNvPr id="33" name="object 33"/>
            <p:cNvSpPr/>
            <p:nvPr/>
          </p:nvSpPr>
          <p:spPr>
            <a:xfrm>
              <a:off x="838580" y="5339720"/>
              <a:ext cx="3785870" cy="836294"/>
            </a:xfrm>
            <a:custGeom>
              <a:avLst/>
              <a:gdLst/>
              <a:ahLst/>
              <a:cxnLst/>
              <a:rect l="l" t="t" r="r" b="b"/>
              <a:pathLst>
                <a:path w="3785870" h="836295">
                  <a:moveTo>
                    <a:pt x="3646297" y="0"/>
                  </a:moveTo>
                  <a:lnTo>
                    <a:pt x="139319" y="0"/>
                  </a:lnTo>
                  <a:lnTo>
                    <a:pt x="95286" y="7102"/>
                  </a:lnTo>
                  <a:lnTo>
                    <a:pt x="57042" y="26878"/>
                  </a:lnTo>
                  <a:lnTo>
                    <a:pt x="26882" y="57036"/>
                  </a:lnTo>
                  <a:lnTo>
                    <a:pt x="7103" y="95281"/>
                  </a:lnTo>
                  <a:lnTo>
                    <a:pt x="0" y="139319"/>
                  </a:lnTo>
                  <a:lnTo>
                    <a:pt x="0" y="696582"/>
                  </a:lnTo>
                  <a:lnTo>
                    <a:pt x="7103" y="740621"/>
                  </a:lnTo>
                  <a:lnTo>
                    <a:pt x="26882" y="778869"/>
                  </a:lnTo>
                  <a:lnTo>
                    <a:pt x="57042" y="809030"/>
                  </a:lnTo>
                  <a:lnTo>
                    <a:pt x="95286" y="828810"/>
                  </a:lnTo>
                  <a:lnTo>
                    <a:pt x="139319" y="835913"/>
                  </a:lnTo>
                  <a:lnTo>
                    <a:pt x="3646297" y="835913"/>
                  </a:lnTo>
                  <a:lnTo>
                    <a:pt x="3690329" y="828810"/>
                  </a:lnTo>
                  <a:lnTo>
                    <a:pt x="3728573" y="809030"/>
                  </a:lnTo>
                  <a:lnTo>
                    <a:pt x="3758733" y="778869"/>
                  </a:lnTo>
                  <a:lnTo>
                    <a:pt x="3778512" y="740621"/>
                  </a:lnTo>
                  <a:lnTo>
                    <a:pt x="3785616" y="696582"/>
                  </a:lnTo>
                  <a:lnTo>
                    <a:pt x="3785616" y="139319"/>
                  </a:lnTo>
                  <a:lnTo>
                    <a:pt x="3778512" y="95281"/>
                  </a:lnTo>
                  <a:lnTo>
                    <a:pt x="3758733" y="57036"/>
                  </a:lnTo>
                  <a:lnTo>
                    <a:pt x="3728573" y="26878"/>
                  </a:lnTo>
                  <a:lnTo>
                    <a:pt x="3690329" y="7102"/>
                  </a:lnTo>
                  <a:lnTo>
                    <a:pt x="3646297" y="0"/>
                  </a:lnTo>
                  <a:close/>
                </a:path>
              </a:pathLst>
            </a:custGeom>
            <a:solidFill>
              <a:srgbClr val="6FAC46"/>
            </a:solidFill>
          </p:spPr>
          <p:txBody>
            <a:bodyPr wrap="square" lIns="0" tIns="0" rIns="0" bIns="0" rtlCol="0"/>
            <a:lstStyle/>
            <a:p>
              <a:endParaRPr/>
            </a:p>
          </p:txBody>
        </p:sp>
        <p:sp>
          <p:nvSpPr>
            <p:cNvPr id="34" name="object 34"/>
            <p:cNvSpPr/>
            <p:nvPr/>
          </p:nvSpPr>
          <p:spPr>
            <a:xfrm>
              <a:off x="838580" y="5339720"/>
              <a:ext cx="3785870" cy="836294"/>
            </a:xfrm>
            <a:custGeom>
              <a:avLst/>
              <a:gdLst/>
              <a:ahLst/>
              <a:cxnLst/>
              <a:rect l="l" t="t" r="r" b="b"/>
              <a:pathLst>
                <a:path w="3785870" h="836295">
                  <a:moveTo>
                    <a:pt x="0" y="139319"/>
                  </a:moveTo>
                  <a:lnTo>
                    <a:pt x="7103" y="95281"/>
                  </a:lnTo>
                  <a:lnTo>
                    <a:pt x="26882" y="57036"/>
                  </a:lnTo>
                  <a:lnTo>
                    <a:pt x="57042" y="26878"/>
                  </a:lnTo>
                  <a:lnTo>
                    <a:pt x="95286" y="7102"/>
                  </a:lnTo>
                  <a:lnTo>
                    <a:pt x="139319" y="0"/>
                  </a:lnTo>
                  <a:lnTo>
                    <a:pt x="3646297" y="0"/>
                  </a:lnTo>
                  <a:lnTo>
                    <a:pt x="3690329" y="7102"/>
                  </a:lnTo>
                  <a:lnTo>
                    <a:pt x="3728573" y="26878"/>
                  </a:lnTo>
                  <a:lnTo>
                    <a:pt x="3758733" y="57036"/>
                  </a:lnTo>
                  <a:lnTo>
                    <a:pt x="3778512" y="95281"/>
                  </a:lnTo>
                  <a:lnTo>
                    <a:pt x="3785616" y="139319"/>
                  </a:lnTo>
                  <a:lnTo>
                    <a:pt x="3785616" y="696582"/>
                  </a:lnTo>
                  <a:lnTo>
                    <a:pt x="3778512" y="740621"/>
                  </a:lnTo>
                  <a:lnTo>
                    <a:pt x="3758733" y="778869"/>
                  </a:lnTo>
                  <a:lnTo>
                    <a:pt x="3728573" y="809030"/>
                  </a:lnTo>
                  <a:lnTo>
                    <a:pt x="3690329" y="828810"/>
                  </a:lnTo>
                  <a:lnTo>
                    <a:pt x="3646297" y="835913"/>
                  </a:lnTo>
                  <a:lnTo>
                    <a:pt x="139319" y="835913"/>
                  </a:lnTo>
                  <a:lnTo>
                    <a:pt x="95286" y="828810"/>
                  </a:lnTo>
                  <a:lnTo>
                    <a:pt x="57042" y="809030"/>
                  </a:lnTo>
                  <a:lnTo>
                    <a:pt x="26882" y="778869"/>
                  </a:lnTo>
                  <a:lnTo>
                    <a:pt x="7103" y="740621"/>
                  </a:lnTo>
                  <a:lnTo>
                    <a:pt x="0" y="696582"/>
                  </a:lnTo>
                  <a:lnTo>
                    <a:pt x="0" y="139319"/>
                  </a:lnTo>
                  <a:close/>
                </a:path>
              </a:pathLst>
            </a:custGeom>
            <a:ln w="12954">
              <a:solidFill>
                <a:srgbClr val="FFFFFF"/>
              </a:solidFill>
            </a:ln>
          </p:spPr>
          <p:txBody>
            <a:bodyPr wrap="square" lIns="0" tIns="0" rIns="0" bIns="0" rtlCol="0"/>
            <a:lstStyle/>
            <a:p>
              <a:endParaRPr/>
            </a:p>
          </p:txBody>
        </p:sp>
      </p:grpSp>
      <p:sp>
        <p:nvSpPr>
          <p:cNvPr id="35" name="object 35"/>
          <p:cNvSpPr txBox="1"/>
          <p:nvPr/>
        </p:nvSpPr>
        <p:spPr>
          <a:xfrm>
            <a:off x="1282350" y="1629243"/>
            <a:ext cx="2897505" cy="4397375"/>
          </a:xfrm>
          <a:prstGeom prst="rect">
            <a:avLst/>
          </a:prstGeom>
        </p:spPr>
        <p:txBody>
          <a:bodyPr vert="horz" wrap="square" lIns="0" tIns="12065" rIns="0" bIns="0" rtlCol="0">
            <a:spAutoFit/>
          </a:bodyPr>
          <a:lstStyle/>
          <a:p>
            <a:pPr marL="110489" marR="103505" indent="635" algn="ctr">
              <a:lnSpc>
                <a:spcPct val="134400"/>
              </a:lnSpc>
              <a:spcBef>
                <a:spcPts val="95"/>
              </a:spcBef>
            </a:pPr>
            <a:r>
              <a:rPr sz="4200" dirty="0">
                <a:solidFill>
                  <a:srgbClr val="FFFFFF"/>
                </a:solidFill>
                <a:latin typeface="Calibri"/>
                <a:cs typeface="Calibri"/>
              </a:rPr>
              <a:t>App </a:t>
            </a:r>
            <a:r>
              <a:rPr sz="4200" spc="-45" dirty="0">
                <a:solidFill>
                  <a:srgbClr val="FFFFFF"/>
                </a:solidFill>
                <a:latin typeface="Calibri"/>
                <a:cs typeface="Calibri"/>
              </a:rPr>
              <a:t>state </a:t>
            </a:r>
            <a:r>
              <a:rPr sz="4200" spc="-40" dirty="0">
                <a:solidFill>
                  <a:srgbClr val="FFFFFF"/>
                </a:solidFill>
                <a:latin typeface="Calibri"/>
                <a:cs typeface="Calibri"/>
              </a:rPr>
              <a:t> </a:t>
            </a:r>
            <a:r>
              <a:rPr sz="4200" spc="-5" dirty="0">
                <a:solidFill>
                  <a:srgbClr val="FFFFFF"/>
                </a:solidFill>
                <a:latin typeface="Calibri"/>
                <a:cs typeface="Calibri"/>
              </a:rPr>
              <a:t>User</a:t>
            </a:r>
            <a:r>
              <a:rPr sz="4200" spc="-70" dirty="0">
                <a:solidFill>
                  <a:srgbClr val="FFFFFF"/>
                </a:solidFill>
                <a:latin typeface="Calibri"/>
                <a:cs typeface="Calibri"/>
              </a:rPr>
              <a:t> </a:t>
            </a:r>
            <a:r>
              <a:rPr sz="4200" spc="-5" dirty="0">
                <a:solidFill>
                  <a:srgbClr val="FFFFFF"/>
                </a:solidFill>
                <a:latin typeface="Calibri"/>
                <a:cs typeface="Calibri"/>
              </a:rPr>
              <a:t>actions</a:t>
            </a:r>
            <a:endParaRPr sz="4200">
              <a:latin typeface="Calibri"/>
              <a:cs typeface="Calibri"/>
            </a:endParaRPr>
          </a:p>
          <a:p>
            <a:pPr marL="346710" marR="338455" algn="ctr">
              <a:lnSpc>
                <a:spcPct val="137100"/>
              </a:lnSpc>
              <a:spcBef>
                <a:spcPts val="145"/>
              </a:spcBef>
            </a:pPr>
            <a:r>
              <a:rPr sz="4200" spc="-375" dirty="0">
                <a:solidFill>
                  <a:srgbClr val="FFFFFF"/>
                </a:solidFill>
                <a:latin typeface="Calibri"/>
                <a:cs typeface="Calibri"/>
              </a:rPr>
              <a:t>T</a:t>
            </a:r>
            <a:r>
              <a:rPr sz="4200" spc="-5" dirty="0">
                <a:solidFill>
                  <a:srgbClr val="FFFFFF"/>
                </a:solidFill>
                <a:latin typeface="Calibri"/>
                <a:cs typeface="Calibri"/>
              </a:rPr>
              <a:t>e</a:t>
            </a:r>
            <a:r>
              <a:rPr sz="4200" dirty="0">
                <a:solidFill>
                  <a:srgbClr val="FFFFFF"/>
                </a:solidFill>
                <a:latin typeface="Calibri"/>
                <a:cs typeface="Calibri"/>
              </a:rPr>
              <a:t>mpl</a:t>
            </a:r>
            <a:r>
              <a:rPr sz="4200" spc="-45" dirty="0">
                <a:solidFill>
                  <a:srgbClr val="FFFFFF"/>
                </a:solidFill>
                <a:latin typeface="Calibri"/>
                <a:cs typeface="Calibri"/>
              </a:rPr>
              <a:t>a</a:t>
            </a:r>
            <a:r>
              <a:rPr sz="4200" spc="-55" dirty="0">
                <a:solidFill>
                  <a:srgbClr val="FFFFFF"/>
                </a:solidFill>
                <a:latin typeface="Calibri"/>
                <a:cs typeface="Calibri"/>
              </a:rPr>
              <a:t>t</a:t>
            </a:r>
            <a:r>
              <a:rPr sz="4200" spc="-5" dirty="0">
                <a:solidFill>
                  <a:srgbClr val="FFFFFF"/>
                </a:solidFill>
                <a:latin typeface="Calibri"/>
                <a:cs typeface="Calibri"/>
              </a:rPr>
              <a:t>e</a:t>
            </a:r>
            <a:r>
              <a:rPr sz="4200" dirty="0">
                <a:solidFill>
                  <a:srgbClr val="FFFFFF"/>
                </a:solidFill>
                <a:latin typeface="Calibri"/>
                <a:cs typeface="Calibri"/>
              </a:rPr>
              <a:t>s  </a:t>
            </a:r>
            <a:r>
              <a:rPr sz="4200" spc="-15" dirty="0">
                <a:solidFill>
                  <a:srgbClr val="FFFFFF"/>
                </a:solidFill>
                <a:latin typeface="Calibri"/>
                <a:cs typeface="Calibri"/>
              </a:rPr>
              <a:t>Routing</a:t>
            </a:r>
            <a:endParaRPr sz="4200">
              <a:latin typeface="Calibri"/>
              <a:cs typeface="Calibri"/>
            </a:endParaRPr>
          </a:p>
          <a:p>
            <a:pPr algn="ctr">
              <a:lnSpc>
                <a:spcPct val="100000"/>
              </a:lnSpc>
              <a:spcBef>
                <a:spcPts val="1870"/>
              </a:spcBef>
            </a:pPr>
            <a:r>
              <a:rPr sz="4200" spc="-30" dirty="0">
                <a:solidFill>
                  <a:srgbClr val="FFFFFF"/>
                </a:solidFill>
                <a:latin typeface="Calibri"/>
                <a:cs typeface="Calibri"/>
              </a:rPr>
              <a:t>Data</a:t>
            </a:r>
            <a:r>
              <a:rPr sz="4200" spc="-55" dirty="0">
                <a:solidFill>
                  <a:srgbClr val="FFFFFF"/>
                </a:solidFill>
                <a:latin typeface="Calibri"/>
                <a:cs typeface="Calibri"/>
              </a:rPr>
              <a:t> </a:t>
            </a:r>
            <a:r>
              <a:rPr sz="4200" spc="-25" dirty="0">
                <a:solidFill>
                  <a:srgbClr val="FFFFFF"/>
                </a:solidFill>
                <a:latin typeface="Calibri"/>
                <a:cs typeface="Calibri"/>
              </a:rPr>
              <a:t>fetching</a:t>
            </a:r>
            <a:endParaRPr sz="4200">
              <a:latin typeface="Calibri"/>
              <a:cs typeface="Calibri"/>
            </a:endParaRPr>
          </a:p>
        </p:txBody>
      </p:sp>
    </p:spTree>
    <p:extLst>
      <p:ext uri="{BB962C8B-B14F-4D97-AF65-F5344CB8AC3E}">
        <p14:creationId xmlns:p14="http://schemas.microsoft.com/office/powerpoint/2010/main" val="404387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react</a:t>
            </a:r>
            <a:endParaRPr lang="en-IN" dirty="0"/>
          </a:p>
        </p:txBody>
      </p:sp>
      <p:sp>
        <p:nvSpPr>
          <p:cNvPr id="3" name="Content Placeholder 2"/>
          <p:cNvSpPr>
            <a:spLocks noGrp="1"/>
          </p:cNvSpPr>
          <p:nvPr>
            <p:ph idx="1"/>
          </p:nvPr>
        </p:nvSpPr>
        <p:spPr/>
        <p:txBody>
          <a:bodyPr/>
          <a:lstStyle/>
          <a:p>
            <a:r>
              <a:rPr lang="en-IN" dirty="0" err="1" smtClean="0"/>
              <a:t>Javascript</a:t>
            </a:r>
            <a:r>
              <a:rPr lang="en-IN" dirty="0" smtClean="0"/>
              <a:t> library</a:t>
            </a:r>
          </a:p>
          <a:p>
            <a:r>
              <a:rPr lang="en-IN" dirty="0" smtClean="0"/>
              <a:t>Developed at Facebook</a:t>
            </a:r>
          </a:p>
          <a:p>
            <a:r>
              <a:rPr lang="en-IN" dirty="0" smtClean="0"/>
              <a:t>Creates single page applications</a:t>
            </a:r>
          </a:p>
          <a:p>
            <a:r>
              <a:rPr lang="en-IN" dirty="0" smtClean="0"/>
              <a:t>Web and mobile applications UI</a:t>
            </a:r>
          </a:p>
          <a:p>
            <a:r>
              <a:rPr lang="en-IN" dirty="0" smtClean="0"/>
              <a:t>Present </a:t>
            </a:r>
            <a:r>
              <a:rPr lang="en-IN" smtClean="0"/>
              <a:t>version </a:t>
            </a:r>
            <a:r>
              <a:rPr lang="en-IN" smtClean="0"/>
              <a:t>19.x</a:t>
            </a:r>
            <a:endParaRPr lang="en-IN" dirty="0"/>
          </a:p>
        </p:txBody>
      </p:sp>
    </p:spTree>
    <p:extLst>
      <p:ext uri="{BB962C8B-B14F-4D97-AF65-F5344CB8AC3E}">
        <p14:creationId xmlns:p14="http://schemas.microsoft.com/office/powerpoint/2010/main" val="2613863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react</a:t>
            </a:r>
            <a:endParaRPr lang="en-IN" dirty="0"/>
          </a:p>
        </p:txBody>
      </p:sp>
      <p:sp>
        <p:nvSpPr>
          <p:cNvPr id="3" name="Content Placeholder 2"/>
          <p:cNvSpPr>
            <a:spLocks noGrp="1"/>
          </p:cNvSpPr>
          <p:nvPr>
            <p:ph idx="1"/>
          </p:nvPr>
        </p:nvSpPr>
        <p:spPr/>
        <p:txBody>
          <a:bodyPr/>
          <a:lstStyle/>
          <a:p>
            <a:r>
              <a:rPr lang="en-IN" dirty="0" smtClean="0"/>
              <a:t>Component based architecture</a:t>
            </a:r>
          </a:p>
          <a:p>
            <a:r>
              <a:rPr lang="en-IN" dirty="0" smtClean="0"/>
              <a:t>Uses virtual DOM for fast rendering</a:t>
            </a:r>
          </a:p>
          <a:p>
            <a:r>
              <a:rPr lang="en-IN" dirty="0" smtClean="0"/>
              <a:t>Easy to learn</a:t>
            </a:r>
            <a:endParaRPr lang="en-IN" dirty="0"/>
          </a:p>
        </p:txBody>
      </p:sp>
    </p:spTree>
    <p:extLst>
      <p:ext uri="{BB962C8B-B14F-4D97-AF65-F5344CB8AC3E}">
        <p14:creationId xmlns:p14="http://schemas.microsoft.com/office/powerpoint/2010/main" val="376825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Key concepts</a:t>
            </a:r>
            <a:endParaRPr lang="en-IN" dirty="0"/>
          </a:p>
        </p:txBody>
      </p:sp>
      <p:sp>
        <p:nvSpPr>
          <p:cNvPr id="3" name="Content Placeholder 2"/>
          <p:cNvSpPr>
            <a:spLocks noGrp="1"/>
          </p:cNvSpPr>
          <p:nvPr>
            <p:ph idx="1"/>
          </p:nvPr>
        </p:nvSpPr>
        <p:spPr/>
        <p:txBody>
          <a:bodyPr/>
          <a:lstStyle/>
          <a:p>
            <a:r>
              <a:rPr lang="en-IN" dirty="0" smtClean="0"/>
              <a:t>Components</a:t>
            </a:r>
          </a:p>
          <a:p>
            <a:r>
              <a:rPr lang="en-IN" dirty="0" smtClean="0"/>
              <a:t>JSX (JavaScript XML): </a:t>
            </a:r>
            <a:r>
              <a:rPr lang="en-IN" dirty="0" err="1" smtClean="0">
                <a:solidFill>
                  <a:srgbClr val="FF0000"/>
                </a:solidFill>
              </a:rPr>
              <a:t>const</a:t>
            </a:r>
            <a:r>
              <a:rPr lang="en-IN" dirty="0" smtClean="0">
                <a:solidFill>
                  <a:srgbClr val="FF0000"/>
                </a:solidFill>
              </a:rPr>
              <a:t> element = &lt;h1&gt;Hello, React!&lt;/h1&gt;; </a:t>
            </a:r>
          </a:p>
          <a:p>
            <a:r>
              <a:rPr lang="en-IN" dirty="0" smtClean="0"/>
              <a:t>State and Props:</a:t>
            </a:r>
          </a:p>
          <a:p>
            <a:r>
              <a:rPr lang="en-IN" dirty="0" smtClean="0"/>
              <a:t>Virtual DOM:</a:t>
            </a:r>
          </a:p>
          <a:p>
            <a:r>
              <a:rPr lang="en-IN" dirty="0" smtClean="0"/>
              <a:t>Component Lifecycle: mounting, updating, and unmounting.</a:t>
            </a:r>
          </a:p>
          <a:p>
            <a:r>
              <a:rPr lang="en-IN" dirty="0" smtClean="0"/>
              <a:t>Handling Events: </a:t>
            </a:r>
            <a:r>
              <a:rPr lang="en-US" dirty="0" smtClean="0">
                <a:solidFill>
                  <a:srgbClr val="FF0000"/>
                </a:solidFill>
              </a:rPr>
              <a:t>&lt;button </a:t>
            </a:r>
            <a:r>
              <a:rPr lang="en-US" dirty="0" err="1" smtClean="0">
                <a:solidFill>
                  <a:srgbClr val="FF0000"/>
                </a:solidFill>
              </a:rPr>
              <a:t>onClick</a:t>
            </a:r>
            <a:r>
              <a:rPr lang="en-US" dirty="0" smtClean="0">
                <a:solidFill>
                  <a:srgbClr val="FF0000"/>
                </a:solidFill>
              </a:rPr>
              <a:t>={() =&gt; alert('Button Clicked!')}&gt;Click Me&lt;/button&gt;</a:t>
            </a:r>
          </a:p>
          <a:p>
            <a:endParaRPr lang="en-IN" dirty="0" smtClean="0"/>
          </a:p>
        </p:txBody>
      </p:sp>
    </p:spTree>
    <p:extLst>
      <p:ext uri="{BB962C8B-B14F-4D97-AF65-F5344CB8AC3E}">
        <p14:creationId xmlns:p14="http://schemas.microsoft.com/office/powerpoint/2010/main" val="1929265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This is a simple </a:t>
            </a:r>
            <a:r>
              <a:rPr lang="en-IN" dirty="0" err="1" smtClean="0"/>
              <a:t>js</a:t>
            </a:r>
            <a:r>
              <a:rPr lang="en-IN" dirty="0" smtClean="0"/>
              <a:t> DOM code to create element</a:t>
            </a:r>
            <a:endParaRPr lang="en-IN" dirty="0"/>
          </a:p>
        </p:txBody>
      </p:sp>
      <p:pic>
        <p:nvPicPr>
          <p:cNvPr id="4" name="Content Placeholder 3"/>
          <p:cNvPicPr>
            <a:picLocks noGrp="1" noChangeAspect="1"/>
          </p:cNvPicPr>
          <p:nvPr>
            <p:ph idx="1"/>
          </p:nvPr>
        </p:nvPicPr>
        <p:blipFill rotWithShape="1">
          <a:blip r:embed="rId2"/>
          <a:srcRect l="28687" t="53182" r="40687" b="30007"/>
          <a:stretch/>
        </p:blipFill>
        <p:spPr>
          <a:xfrm>
            <a:off x="1770610" y="2563523"/>
            <a:ext cx="8312728" cy="2906251"/>
          </a:xfrm>
          <a:prstGeom prst="rect">
            <a:avLst/>
          </a:prstGeom>
        </p:spPr>
      </p:pic>
    </p:spTree>
    <p:extLst>
      <p:ext uri="{BB962C8B-B14F-4D97-AF65-F5344CB8AC3E}">
        <p14:creationId xmlns:p14="http://schemas.microsoft.com/office/powerpoint/2010/main" val="3854047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16271"/>
          </a:xfrm>
        </p:spPr>
        <p:txBody>
          <a:bodyPr>
            <a:normAutofit fontScale="90000"/>
          </a:bodyPr>
          <a:lstStyle/>
          <a:p>
            <a:r>
              <a:rPr lang="en-IN" dirty="0" smtClean="0"/>
              <a:t>How to do in react</a:t>
            </a:r>
            <a:endParaRPr lang="en-IN" dirty="0"/>
          </a:p>
        </p:txBody>
      </p:sp>
      <p:pic>
        <p:nvPicPr>
          <p:cNvPr id="6" name="Picture 5"/>
          <p:cNvPicPr>
            <a:picLocks noChangeAspect="1"/>
          </p:cNvPicPr>
          <p:nvPr/>
        </p:nvPicPr>
        <p:blipFill rotWithShape="1">
          <a:blip r:embed="rId2"/>
          <a:srcRect l="25845" t="18781" r="32029" b="23787"/>
          <a:stretch/>
        </p:blipFill>
        <p:spPr>
          <a:xfrm>
            <a:off x="770467" y="1202266"/>
            <a:ext cx="10236200" cy="4978401"/>
          </a:xfrm>
          <a:prstGeom prst="rect">
            <a:avLst/>
          </a:prstGeom>
        </p:spPr>
      </p:pic>
    </p:spTree>
    <p:extLst>
      <p:ext uri="{BB962C8B-B14F-4D97-AF65-F5344CB8AC3E}">
        <p14:creationId xmlns:p14="http://schemas.microsoft.com/office/powerpoint/2010/main" val="4122211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 name="Picture 4"/>
          <p:cNvPicPr>
            <a:picLocks noChangeAspect="1"/>
          </p:cNvPicPr>
          <p:nvPr/>
        </p:nvPicPr>
        <p:blipFill rotWithShape="1">
          <a:blip r:embed="rId2"/>
          <a:srcRect l="8877" t="14831" r="28612" b="40665"/>
          <a:stretch/>
        </p:blipFill>
        <p:spPr>
          <a:xfrm>
            <a:off x="838199" y="1753986"/>
            <a:ext cx="9552709" cy="4422977"/>
          </a:xfrm>
          <a:prstGeom prst="rect">
            <a:avLst/>
          </a:prstGeom>
        </p:spPr>
      </p:pic>
    </p:spTree>
    <p:extLst>
      <p:ext uri="{BB962C8B-B14F-4D97-AF65-F5344CB8AC3E}">
        <p14:creationId xmlns:p14="http://schemas.microsoft.com/office/powerpoint/2010/main" val="1592191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t="1482" b="11267"/>
          <a:stretch/>
        </p:blipFill>
        <p:spPr>
          <a:xfrm>
            <a:off x="838200" y="365125"/>
            <a:ext cx="11353800" cy="5969173"/>
          </a:xfrm>
          <a:prstGeom prst="rect">
            <a:avLst/>
          </a:prstGeom>
        </p:spPr>
      </p:pic>
    </p:spTree>
    <p:extLst>
      <p:ext uri="{BB962C8B-B14F-4D97-AF65-F5344CB8AC3E}">
        <p14:creationId xmlns:p14="http://schemas.microsoft.com/office/powerpoint/2010/main" val="4218144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But adding elements to the UI in the above specified way is an inefficient process</a:t>
            </a:r>
          </a:p>
          <a:p>
            <a:r>
              <a:rPr lang="en-IN" dirty="0" smtClean="0"/>
              <a:t>So we have JSX in react JS. </a:t>
            </a:r>
            <a:endParaRPr lang="en-IN" dirty="0"/>
          </a:p>
        </p:txBody>
      </p:sp>
    </p:spTree>
    <p:extLst>
      <p:ext uri="{BB962C8B-B14F-4D97-AF65-F5344CB8AC3E}">
        <p14:creationId xmlns:p14="http://schemas.microsoft.com/office/powerpoint/2010/main" val="2054376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JSX?</a:t>
            </a:r>
            <a:endParaRPr lang="en-IN" dirty="0"/>
          </a:p>
        </p:txBody>
      </p:sp>
      <p:sp>
        <p:nvSpPr>
          <p:cNvPr id="3" name="Content Placeholder 2"/>
          <p:cNvSpPr>
            <a:spLocks noGrp="1"/>
          </p:cNvSpPr>
          <p:nvPr>
            <p:ph idx="1"/>
          </p:nvPr>
        </p:nvSpPr>
        <p:spPr/>
        <p:txBody>
          <a:bodyPr/>
          <a:lstStyle/>
          <a:p>
            <a:r>
              <a:rPr lang="en-US" dirty="0" smtClean="0"/>
              <a:t>JSX is a JavaScript syntactic extension. It's a term used in React to describe how the user interface should seem. </a:t>
            </a:r>
          </a:p>
          <a:p>
            <a:r>
              <a:rPr lang="en-US" dirty="0" smtClean="0"/>
              <a:t>You can write HTML structures in the same file as JavaScript code by utilizing JSX.</a:t>
            </a:r>
          </a:p>
          <a:p>
            <a:endParaRPr lang="en-US" dirty="0" smtClean="0"/>
          </a:p>
          <a:p>
            <a:endParaRPr lang="en-US" dirty="0" smtClean="0"/>
          </a:p>
          <a:p>
            <a:endParaRPr lang="en-IN" dirty="0"/>
          </a:p>
        </p:txBody>
      </p:sp>
      <p:pic>
        <p:nvPicPr>
          <p:cNvPr id="2050" name="Picture 2" descr="JS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8368" y="3553373"/>
            <a:ext cx="5267325" cy="2009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848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1772" y="1884426"/>
            <a:ext cx="11241405" cy="4608830"/>
          </a:xfrm>
          <a:custGeom>
            <a:avLst/>
            <a:gdLst/>
            <a:ahLst/>
            <a:cxnLst/>
            <a:rect l="l" t="t" r="r" b="b"/>
            <a:pathLst>
              <a:path w="11241405" h="4608830">
                <a:moveTo>
                  <a:pt x="11241024" y="0"/>
                </a:moveTo>
                <a:lnTo>
                  <a:pt x="0" y="0"/>
                </a:lnTo>
                <a:lnTo>
                  <a:pt x="0" y="4608576"/>
                </a:lnTo>
                <a:lnTo>
                  <a:pt x="11241024" y="4608576"/>
                </a:lnTo>
                <a:lnTo>
                  <a:pt x="11241024" y="0"/>
                </a:lnTo>
                <a:close/>
              </a:path>
            </a:pathLst>
          </a:custGeom>
          <a:solidFill>
            <a:srgbClr val="3A3838"/>
          </a:solidFill>
        </p:spPr>
        <p:txBody>
          <a:bodyPr wrap="square" lIns="0" tIns="0" rIns="0" bIns="0" rtlCol="0"/>
          <a:lstStyle/>
          <a:p>
            <a:endParaRPr/>
          </a:p>
        </p:txBody>
      </p:sp>
      <p:sp>
        <p:nvSpPr>
          <p:cNvPr id="3" name="object 3"/>
          <p:cNvSpPr txBox="1">
            <a:spLocks noGrp="1"/>
          </p:cNvSpPr>
          <p:nvPr>
            <p:ph type="title"/>
          </p:nvPr>
        </p:nvSpPr>
        <p:spPr>
          <a:xfrm>
            <a:off x="916939" y="610584"/>
            <a:ext cx="8458200" cy="695960"/>
          </a:xfrm>
          <a:prstGeom prst="rect">
            <a:avLst/>
          </a:prstGeom>
        </p:spPr>
        <p:txBody>
          <a:bodyPr vert="horz" wrap="square" lIns="0" tIns="12065" rIns="0" bIns="0" rtlCol="0">
            <a:spAutoFit/>
          </a:bodyPr>
          <a:lstStyle/>
          <a:p>
            <a:pPr marL="12700">
              <a:lnSpc>
                <a:spcPct val="100000"/>
              </a:lnSpc>
              <a:spcBef>
                <a:spcPts val="95"/>
              </a:spcBef>
            </a:pPr>
            <a:r>
              <a:rPr spc="-10" dirty="0"/>
              <a:t>JSX</a:t>
            </a:r>
            <a:r>
              <a:rPr spc="-10" dirty="0">
                <a:solidFill>
                  <a:srgbClr val="44536A"/>
                </a:solidFill>
                <a:latin typeface="Calibri Light"/>
                <a:cs typeface="Calibri Light"/>
              </a:rPr>
              <a:t>: </a:t>
            </a:r>
            <a:r>
              <a:rPr spc="-5" dirty="0">
                <a:solidFill>
                  <a:srgbClr val="44536A"/>
                </a:solidFill>
                <a:latin typeface="Calibri Light"/>
                <a:cs typeface="Calibri Light"/>
              </a:rPr>
              <a:t>the</a:t>
            </a:r>
            <a:r>
              <a:rPr dirty="0">
                <a:solidFill>
                  <a:srgbClr val="44536A"/>
                </a:solidFill>
                <a:latin typeface="Calibri Light"/>
                <a:cs typeface="Calibri Light"/>
              </a:rPr>
              <a:t> </a:t>
            </a:r>
            <a:r>
              <a:rPr spc="-20" dirty="0">
                <a:solidFill>
                  <a:srgbClr val="44536A"/>
                </a:solidFill>
                <a:latin typeface="Calibri Light"/>
                <a:cs typeface="Calibri Light"/>
              </a:rPr>
              <a:t>React</a:t>
            </a:r>
            <a:r>
              <a:rPr dirty="0">
                <a:solidFill>
                  <a:srgbClr val="44536A"/>
                </a:solidFill>
                <a:latin typeface="Calibri Light"/>
                <a:cs typeface="Calibri Light"/>
              </a:rPr>
              <a:t> </a:t>
            </a:r>
            <a:r>
              <a:rPr spc="-20" dirty="0">
                <a:solidFill>
                  <a:srgbClr val="44536A"/>
                </a:solidFill>
                <a:latin typeface="Calibri Light"/>
                <a:cs typeface="Calibri Light"/>
              </a:rPr>
              <a:t>programming </a:t>
            </a:r>
            <a:r>
              <a:rPr spc="-5" dirty="0">
                <a:solidFill>
                  <a:srgbClr val="44536A"/>
                </a:solidFill>
                <a:latin typeface="Calibri Light"/>
                <a:cs typeface="Calibri Light"/>
              </a:rPr>
              <a:t>language</a:t>
            </a:r>
          </a:p>
        </p:txBody>
      </p:sp>
      <p:sp>
        <p:nvSpPr>
          <p:cNvPr id="4" name="object 4"/>
          <p:cNvSpPr txBox="1"/>
          <p:nvPr/>
        </p:nvSpPr>
        <p:spPr>
          <a:xfrm>
            <a:off x="916482" y="2046119"/>
            <a:ext cx="5170805" cy="1122680"/>
          </a:xfrm>
          <a:prstGeom prst="rect">
            <a:avLst/>
          </a:prstGeom>
        </p:spPr>
        <p:txBody>
          <a:bodyPr vert="horz" wrap="square" lIns="0" tIns="12700" rIns="0" bIns="0" rtlCol="0">
            <a:spAutoFit/>
          </a:bodyPr>
          <a:lstStyle/>
          <a:p>
            <a:pPr marL="12700" marR="2388870">
              <a:lnSpc>
                <a:spcPct val="100000"/>
              </a:lnSpc>
              <a:spcBef>
                <a:spcPts val="100"/>
              </a:spcBef>
              <a:tabLst>
                <a:tab pos="1518285" algn="l"/>
              </a:tabLst>
            </a:pPr>
            <a:r>
              <a:rPr sz="1800" spc="-5" dirty="0">
                <a:solidFill>
                  <a:srgbClr val="559CD5"/>
                </a:solidFill>
                <a:latin typeface="Consolas"/>
                <a:cs typeface="Consolas"/>
              </a:rPr>
              <a:t>const</a:t>
            </a:r>
            <a:r>
              <a:rPr sz="1800" spc="-30" dirty="0">
                <a:solidFill>
                  <a:srgbClr val="559CD5"/>
                </a:solidFill>
                <a:latin typeface="Consolas"/>
                <a:cs typeface="Consolas"/>
              </a:rPr>
              <a:t> </a:t>
            </a:r>
            <a:r>
              <a:rPr sz="1800" spc="-5" dirty="0">
                <a:solidFill>
                  <a:srgbClr val="9CDCFD"/>
                </a:solidFill>
                <a:latin typeface="Consolas"/>
                <a:cs typeface="Consolas"/>
              </a:rPr>
              <a:t>first</a:t>
            </a:r>
            <a:r>
              <a:rPr sz="1800" spc="-30" dirty="0">
                <a:solidFill>
                  <a:srgbClr val="9CDCFD"/>
                </a:solidFill>
                <a:latin typeface="Consolas"/>
                <a:cs typeface="Consolas"/>
              </a:rPr>
              <a:t> </a:t>
            </a:r>
            <a:r>
              <a:rPr sz="1800" dirty="0">
                <a:solidFill>
                  <a:srgbClr val="D3D3D3"/>
                </a:solidFill>
                <a:latin typeface="Consolas"/>
                <a:cs typeface="Consolas"/>
              </a:rPr>
              <a:t>=</a:t>
            </a:r>
            <a:r>
              <a:rPr sz="1800" spc="-20" dirty="0">
                <a:solidFill>
                  <a:srgbClr val="D3D3D3"/>
                </a:solidFill>
                <a:latin typeface="Consolas"/>
                <a:cs typeface="Consolas"/>
              </a:rPr>
              <a:t> </a:t>
            </a:r>
            <a:r>
              <a:rPr sz="1800" spc="-5" dirty="0">
                <a:solidFill>
                  <a:srgbClr val="CE9178"/>
                </a:solidFill>
                <a:latin typeface="Consolas"/>
                <a:cs typeface="Consolas"/>
              </a:rPr>
              <a:t>"Aaron"</a:t>
            </a:r>
            <a:r>
              <a:rPr sz="1800" spc="-5" dirty="0">
                <a:solidFill>
                  <a:srgbClr val="D3D3D3"/>
                </a:solidFill>
                <a:latin typeface="Consolas"/>
                <a:cs typeface="Consolas"/>
              </a:rPr>
              <a:t>; </a:t>
            </a:r>
            <a:r>
              <a:rPr sz="1800" spc="-975" dirty="0">
                <a:solidFill>
                  <a:srgbClr val="D3D3D3"/>
                </a:solidFill>
                <a:latin typeface="Consolas"/>
                <a:cs typeface="Consolas"/>
              </a:rPr>
              <a:t> </a:t>
            </a:r>
            <a:r>
              <a:rPr sz="1800" spc="-5" dirty="0">
                <a:solidFill>
                  <a:srgbClr val="559CD5"/>
                </a:solidFill>
                <a:latin typeface="Consolas"/>
                <a:cs typeface="Consolas"/>
              </a:rPr>
              <a:t>const</a:t>
            </a:r>
            <a:r>
              <a:rPr sz="1800" dirty="0">
                <a:solidFill>
                  <a:srgbClr val="559CD5"/>
                </a:solidFill>
                <a:latin typeface="Consolas"/>
                <a:cs typeface="Consolas"/>
              </a:rPr>
              <a:t> </a:t>
            </a:r>
            <a:r>
              <a:rPr sz="1800" spc="-5" dirty="0">
                <a:solidFill>
                  <a:srgbClr val="9CDCFD"/>
                </a:solidFill>
                <a:latin typeface="Consolas"/>
                <a:cs typeface="Consolas"/>
              </a:rPr>
              <a:t>last	</a:t>
            </a:r>
            <a:r>
              <a:rPr sz="1800" dirty="0">
                <a:solidFill>
                  <a:srgbClr val="D3D3D3"/>
                </a:solidFill>
                <a:latin typeface="Consolas"/>
                <a:cs typeface="Consolas"/>
              </a:rPr>
              <a:t>=</a:t>
            </a:r>
            <a:r>
              <a:rPr sz="1800" spc="-85" dirty="0">
                <a:solidFill>
                  <a:srgbClr val="D3D3D3"/>
                </a:solidFill>
                <a:latin typeface="Consolas"/>
                <a:cs typeface="Consolas"/>
              </a:rPr>
              <a:t> </a:t>
            </a:r>
            <a:r>
              <a:rPr sz="1800" spc="-5" dirty="0">
                <a:solidFill>
                  <a:srgbClr val="CE9178"/>
                </a:solidFill>
                <a:latin typeface="Consolas"/>
                <a:cs typeface="Consolas"/>
              </a:rPr>
              <a:t>"Smith"</a:t>
            </a:r>
            <a:r>
              <a:rPr sz="1800" spc="-5" dirty="0">
                <a:solidFill>
                  <a:srgbClr val="D3D3D3"/>
                </a:solidFill>
                <a:latin typeface="Consolas"/>
                <a:cs typeface="Consolas"/>
              </a:rPr>
              <a:t>;</a:t>
            </a:r>
            <a:endParaRPr sz="1800" dirty="0">
              <a:latin typeface="Consolas"/>
              <a:cs typeface="Consolas"/>
            </a:endParaRPr>
          </a:p>
          <a:p>
            <a:pPr>
              <a:lnSpc>
                <a:spcPct val="100000"/>
              </a:lnSpc>
              <a:spcBef>
                <a:spcPts val="50"/>
              </a:spcBef>
            </a:pPr>
            <a:endParaRPr sz="1800" dirty="0">
              <a:latin typeface="Consolas"/>
              <a:cs typeface="Consolas"/>
            </a:endParaRPr>
          </a:p>
          <a:p>
            <a:pPr marL="12700">
              <a:lnSpc>
                <a:spcPct val="100000"/>
              </a:lnSpc>
            </a:pPr>
            <a:r>
              <a:rPr sz="1800" spc="-5" dirty="0">
                <a:solidFill>
                  <a:srgbClr val="559CD5"/>
                </a:solidFill>
                <a:latin typeface="Consolas"/>
                <a:cs typeface="Consolas"/>
              </a:rPr>
              <a:t>const</a:t>
            </a:r>
            <a:r>
              <a:rPr sz="1800" spc="-15" dirty="0">
                <a:solidFill>
                  <a:srgbClr val="559CD5"/>
                </a:solidFill>
                <a:latin typeface="Consolas"/>
                <a:cs typeface="Consolas"/>
              </a:rPr>
              <a:t> </a:t>
            </a:r>
            <a:r>
              <a:rPr sz="1800" spc="-5" dirty="0">
                <a:solidFill>
                  <a:srgbClr val="9CDCFD"/>
                </a:solidFill>
                <a:latin typeface="Consolas"/>
                <a:cs typeface="Consolas"/>
              </a:rPr>
              <a:t>name </a:t>
            </a:r>
            <a:r>
              <a:rPr sz="1800" dirty="0">
                <a:solidFill>
                  <a:srgbClr val="D3D3D3"/>
                </a:solidFill>
                <a:latin typeface="Consolas"/>
                <a:cs typeface="Consolas"/>
              </a:rPr>
              <a:t>=</a:t>
            </a:r>
            <a:r>
              <a:rPr sz="1800" spc="-10" dirty="0">
                <a:solidFill>
                  <a:srgbClr val="D3D3D3"/>
                </a:solidFill>
                <a:latin typeface="Consolas"/>
                <a:cs typeface="Consolas"/>
              </a:rPr>
              <a:t> </a:t>
            </a:r>
            <a:r>
              <a:rPr sz="1800" spc="-5" dirty="0">
                <a:solidFill>
                  <a:srgbClr val="808080"/>
                </a:solidFill>
                <a:latin typeface="Consolas"/>
                <a:cs typeface="Consolas"/>
              </a:rPr>
              <a:t>&lt;</a:t>
            </a:r>
            <a:r>
              <a:rPr sz="1800" spc="-5" dirty="0">
                <a:solidFill>
                  <a:srgbClr val="559CD5"/>
                </a:solidFill>
                <a:latin typeface="Consolas"/>
                <a:cs typeface="Consolas"/>
              </a:rPr>
              <a:t>span</a:t>
            </a:r>
            <a:r>
              <a:rPr sz="1800" spc="-5" dirty="0">
                <a:solidFill>
                  <a:srgbClr val="808080"/>
                </a:solidFill>
                <a:latin typeface="Consolas"/>
                <a:cs typeface="Consolas"/>
              </a:rPr>
              <a:t>&gt;</a:t>
            </a:r>
            <a:r>
              <a:rPr sz="1800" spc="-5" dirty="0">
                <a:solidFill>
                  <a:srgbClr val="559CD5"/>
                </a:solidFill>
                <a:latin typeface="Consolas"/>
                <a:cs typeface="Consolas"/>
              </a:rPr>
              <a:t>{</a:t>
            </a:r>
            <a:r>
              <a:rPr sz="1800" spc="-5" dirty="0">
                <a:solidFill>
                  <a:srgbClr val="9CDCFD"/>
                </a:solidFill>
                <a:latin typeface="Consolas"/>
                <a:cs typeface="Consolas"/>
              </a:rPr>
              <a:t>first</a:t>
            </a:r>
            <a:r>
              <a:rPr sz="1800" spc="-5" dirty="0">
                <a:solidFill>
                  <a:srgbClr val="559CD5"/>
                </a:solidFill>
                <a:latin typeface="Consolas"/>
                <a:cs typeface="Consolas"/>
              </a:rPr>
              <a:t>} {</a:t>
            </a:r>
            <a:r>
              <a:rPr sz="1800" spc="-5" dirty="0">
                <a:solidFill>
                  <a:srgbClr val="9CDCFD"/>
                </a:solidFill>
                <a:latin typeface="Consolas"/>
                <a:cs typeface="Consolas"/>
              </a:rPr>
              <a:t>last</a:t>
            </a:r>
            <a:r>
              <a:rPr sz="1800" spc="-5" dirty="0">
                <a:solidFill>
                  <a:srgbClr val="559CD5"/>
                </a:solidFill>
                <a:latin typeface="Consolas"/>
                <a:cs typeface="Consolas"/>
              </a:rPr>
              <a:t>}</a:t>
            </a:r>
            <a:r>
              <a:rPr sz="1800" spc="-5" dirty="0">
                <a:solidFill>
                  <a:srgbClr val="808080"/>
                </a:solidFill>
                <a:latin typeface="Consolas"/>
                <a:cs typeface="Consolas"/>
              </a:rPr>
              <a:t>&lt;/</a:t>
            </a:r>
            <a:r>
              <a:rPr sz="1800" spc="-5" dirty="0">
                <a:solidFill>
                  <a:srgbClr val="559CD5"/>
                </a:solidFill>
                <a:latin typeface="Consolas"/>
                <a:cs typeface="Consolas"/>
              </a:rPr>
              <a:t>span</a:t>
            </a:r>
            <a:r>
              <a:rPr sz="1800" spc="-5" dirty="0">
                <a:solidFill>
                  <a:srgbClr val="808080"/>
                </a:solidFill>
                <a:latin typeface="Consolas"/>
                <a:cs typeface="Consolas"/>
              </a:rPr>
              <a:t>&gt;</a:t>
            </a:r>
            <a:r>
              <a:rPr sz="1800" spc="-5" dirty="0">
                <a:solidFill>
                  <a:srgbClr val="D3D3D3"/>
                </a:solidFill>
                <a:latin typeface="Consolas"/>
                <a:cs typeface="Consolas"/>
              </a:rPr>
              <a:t>;</a:t>
            </a:r>
            <a:endParaRPr sz="1800" dirty="0">
              <a:latin typeface="Consolas"/>
              <a:cs typeface="Consolas"/>
            </a:endParaRPr>
          </a:p>
        </p:txBody>
      </p:sp>
      <p:sp>
        <p:nvSpPr>
          <p:cNvPr id="5" name="object 5"/>
          <p:cNvSpPr txBox="1"/>
          <p:nvPr/>
        </p:nvSpPr>
        <p:spPr>
          <a:xfrm>
            <a:off x="7132345" y="3689525"/>
            <a:ext cx="3916045" cy="249301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59CD5"/>
                </a:solidFill>
                <a:latin typeface="Consolas"/>
                <a:cs typeface="Consolas"/>
              </a:rPr>
              <a:t>const</a:t>
            </a:r>
            <a:r>
              <a:rPr sz="1800" spc="-30" dirty="0">
                <a:solidFill>
                  <a:srgbClr val="559CD5"/>
                </a:solidFill>
                <a:latin typeface="Consolas"/>
                <a:cs typeface="Consolas"/>
              </a:rPr>
              <a:t> </a:t>
            </a:r>
            <a:r>
              <a:rPr sz="1800" spc="-5" dirty="0">
                <a:solidFill>
                  <a:srgbClr val="DCDCAA"/>
                </a:solidFill>
                <a:latin typeface="Consolas"/>
                <a:cs typeface="Consolas"/>
              </a:rPr>
              <a:t>listWithTitle</a:t>
            </a:r>
            <a:r>
              <a:rPr sz="1800" spc="-15" dirty="0">
                <a:solidFill>
                  <a:srgbClr val="DCDCAA"/>
                </a:solidFill>
                <a:latin typeface="Consolas"/>
                <a:cs typeface="Consolas"/>
              </a:rPr>
              <a:t> </a:t>
            </a:r>
            <a:r>
              <a:rPr sz="1800" dirty="0">
                <a:solidFill>
                  <a:srgbClr val="D3D3D3"/>
                </a:solidFill>
                <a:latin typeface="Consolas"/>
                <a:cs typeface="Consolas"/>
              </a:rPr>
              <a:t>=</a:t>
            </a:r>
            <a:r>
              <a:rPr sz="1800" spc="-20" dirty="0">
                <a:solidFill>
                  <a:srgbClr val="D3D3D3"/>
                </a:solidFill>
                <a:latin typeface="Consolas"/>
                <a:cs typeface="Consolas"/>
              </a:rPr>
              <a:t> </a:t>
            </a:r>
            <a:r>
              <a:rPr sz="1800" dirty="0">
                <a:solidFill>
                  <a:srgbClr val="D3D3D3"/>
                </a:solidFill>
                <a:latin typeface="Consolas"/>
                <a:cs typeface="Consolas"/>
              </a:rPr>
              <a:t>(</a:t>
            </a:r>
            <a:endParaRPr sz="1800">
              <a:latin typeface="Consolas"/>
              <a:cs typeface="Consolas"/>
            </a:endParaRPr>
          </a:p>
          <a:p>
            <a:pPr marL="263525">
              <a:lnSpc>
                <a:spcPct val="100000"/>
              </a:lnSpc>
            </a:pPr>
            <a:r>
              <a:rPr sz="1800" spc="-5" dirty="0">
                <a:solidFill>
                  <a:srgbClr val="808080"/>
                </a:solidFill>
                <a:latin typeface="Consolas"/>
                <a:cs typeface="Consolas"/>
              </a:rPr>
              <a:t>&lt;&gt;</a:t>
            </a:r>
            <a:endParaRPr sz="1800">
              <a:latin typeface="Consolas"/>
              <a:cs typeface="Consolas"/>
            </a:endParaRPr>
          </a:p>
          <a:p>
            <a:pPr marL="514350">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h1</a:t>
            </a:r>
            <a:r>
              <a:rPr sz="1800" spc="-5" dirty="0">
                <a:solidFill>
                  <a:srgbClr val="808080"/>
                </a:solidFill>
                <a:latin typeface="Consolas"/>
                <a:cs typeface="Consolas"/>
              </a:rPr>
              <a:t>&gt;</a:t>
            </a:r>
            <a:r>
              <a:rPr sz="1800" spc="-5" dirty="0">
                <a:solidFill>
                  <a:srgbClr val="D3D3D3"/>
                </a:solidFill>
                <a:latin typeface="Consolas"/>
                <a:cs typeface="Consolas"/>
              </a:rPr>
              <a:t>COMP</a:t>
            </a:r>
            <a:r>
              <a:rPr sz="1800" spc="-40" dirty="0">
                <a:solidFill>
                  <a:srgbClr val="D3D3D3"/>
                </a:solidFill>
                <a:latin typeface="Consolas"/>
                <a:cs typeface="Consolas"/>
              </a:rPr>
              <a:t> </a:t>
            </a:r>
            <a:r>
              <a:rPr sz="1800" spc="-5" dirty="0">
                <a:solidFill>
                  <a:srgbClr val="D3D3D3"/>
                </a:solidFill>
                <a:latin typeface="Consolas"/>
                <a:cs typeface="Consolas"/>
              </a:rPr>
              <a:t>523</a:t>
            </a:r>
            <a:r>
              <a:rPr sz="1800" spc="-5" dirty="0">
                <a:solidFill>
                  <a:srgbClr val="808080"/>
                </a:solidFill>
                <a:latin typeface="Consolas"/>
                <a:cs typeface="Consolas"/>
              </a:rPr>
              <a:t>&lt;/</a:t>
            </a:r>
            <a:r>
              <a:rPr sz="1800" spc="-5" dirty="0">
                <a:solidFill>
                  <a:srgbClr val="559CD5"/>
                </a:solidFill>
                <a:latin typeface="Consolas"/>
                <a:cs typeface="Consolas"/>
              </a:rPr>
              <a:t>h1</a:t>
            </a:r>
            <a:r>
              <a:rPr sz="1800" spc="-5" dirty="0">
                <a:solidFill>
                  <a:srgbClr val="808080"/>
                </a:solidFill>
                <a:latin typeface="Consolas"/>
                <a:cs typeface="Consolas"/>
              </a:rPr>
              <a:t>&gt;</a:t>
            </a:r>
            <a:endParaRPr sz="1800">
              <a:latin typeface="Consolas"/>
              <a:cs typeface="Consolas"/>
            </a:endParaRPr>
          </a:p>
          <a:p>
            <a:pPr marL="514984">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ul</a:t>
            </a:r>
            <a:r>
              <a:rPr sz="1800" spc="-5" dirty="0">
                <a:solidFill>
                  <a:srgbClr val="808080"/>
                </a:solidFill>
                <a:latin typeface="Consolas"/>
                <a:cs typeface="Consolas"/>
              </a:rPr>
              <a:t>&gt;</a:t>
            </a:r>
            <a:endParaRPr sz="1800">
              <a:latin typeface="Consolas"/>
              <a:cs typeface="Consolas"/>
            </a:endParaRPr>
          </a:p>
          <a:p>
            <a:pPr marL="765810">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r>
              <a:rPr sz="1800" spc="-5" dirty="0">
                <a:solidFill>
                  <a:srgbClr val="D3D3D3"/>
                </a:solidFill>
                <a:latin typeface="Consolas"/>
                <a:cs typeface="Consolas"/>
              </a:rPr>
              <a:t>Dr.</a:t>
            </a:r>
            <a:r>
              <a:rPr sz="1800" spc="-20" dirty="0">
                <a:solidFill>
                  <a:srgbClr val="D3D3D3"/>
                </a:solidFill>
                <a:latin typeface="Consolas"/>
                <a:cs typeface="Consolas"/>
              </a:rPr>
              <a:t> </a:t>
            </a:r>
            <a:r>
              <a:rPr sz="1800" spc="-5" dirty="0">
                <a:solidFill>
                  <a:srgbClr val="D3D3D3"/>
                </a:solidFill>
                <a:latin typeface="Consolas"/>
                <a:cs typeface="Consolas"/>
              </a:rPr>
              <a:t>David</a:t>
            </a:r>
            <a:r>
              <a:rPr sz="1800" spc="-25" dirty="0">
                <a:solidFill>
                  <a:srgbClr val="D3D3D3"/>
                </a:solidFill>
                <a:latin typeface="Consolas"/>
                <a:cs typeface="Consolas"/>
              </a:rPr>
              <a:t> </a:t>
            </a:r>
            <a:r>
              <a:rPr sz="1800" spc="-5" dirty="0">
                <a:solidFill>
                  <a:srgbClr val="D3D3D3"/>
                </a:solidFill>
                <a:latin typeface="Consolas"/>
                <a:cs typeface="Consolas"/>
              </a:rPr>
              <a:t>Stotts</a:t>
            </a: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endParaRPr sz="1800">
              <a:latin typeface="Consolas"/>
              <a:cs typeface="Consolas"/>
            </a:endParaRPr>
          </a:p>
          <a:p>
            <a:pPr marL="765810">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r>
              <a:rPr sz="1800" spc="-5" dirty="0">
                <a:solidFill>
                  <a:srgbClr val="559CD5"/>
                </a:solidFill>
                <a:latin typeface="Consolas"/>
                <a:cs typeface="Consolas"/>
              </a:rPr>
              <a:t>{</a:t>
            </a:r>
            <a:r>
              <a:rPr sz="1800" spc="-5" dirty="0">
                <a:solidFill>
                  <a:srgbClr val="9CDCFD"/>
                </a:solidFill>
                <a:latin typeface="Consolas"/>
                <a:cs typeface="Consolas"/>
              </a:rPr>
              <a:t>name</a:t>
            </a:r>
            <a:r>
              <a:rPr sz="1800" spc="-5" dirty="0">
                <a:solidFill>
                  <a:srgbClr val="559CD5"/>
                </a:solidFill>
                <a:latin typeface="Consolas"/>
                <a:cs typeface="Consolas"/>
              </a:rPr>
              <a:t>}</a:t>
            </a: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endParaRPr sz="1800">
              <a:latin typeface="Consolas"/>
              <a:cs typeface="Consolas"/>
            </a:endParaRPr>
          </a:p>
          <a:p>
            <a:pPr marL="514984">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ul</a:t>
            </a:r>
            <a:r>
              <a:rPr sz="1800" spc="-5" dirty="0">
                <a:solidFill>
                  <a:srgbClr val="808080"/>
                </a:solidFill>
                <a:latin typeface="Consolas"/>
                <a:cs typeface="Consolas"/>
              </a:rPr>
              <a:t>&gt;</a:t>
            </a:r>
            <a:endParaRPr sz="1800">
              <a:latin typeface="Consolas"/>
              <a:cs typeface="Consolas"/>
            </a:endParaRPr>
          </a:p>
          <a:p>
            <a:pPr marL="264795">
              <a:lnSpc>
                <a:spcPts val="2155"/>
              </a:lnSpc>
            </a:pPr>
            <a:r>
              <a:rPr sz="1800" spc="-5" dirty="0">
                <a:solidFill>
                  <a:srgbClr val="808080"/>
                </a:solidFill>
                <a:latin typeface="Consolas"/>
                <a:cs typeface="Consolas"/>
              </a:rPr>
              <a:t>&lt;/&gt;</a:t>
            </a:r>
            <a:endParaRPr sz="1800">
              <a:latin typeface="Consolas"/>
              <a:cs typeface="Consolas"/>
            </a:endParaRPr>
          </a:p>
          <a:p>
            <a:pPr marL="13335">
              <a:lnSpc>
                <a:spcPts val="2155"/>
              </a:lnSpc>
            </a:pPr>
            <a:r>
              <a:rPr sz="1800" dirty="0">
                <a:solidFill>
                  <a:srgbClr val="D3D3D3"/>
                </a:solidFill>
                <a:latin typeface="Consolas"/>
                <a:cs typeface="Consolas"/>
              </a:rPr>
              <a:t>);</a:t>
            </a:r>
            <a:endParaRPr sz="1800">
              <a:latin typeface="Consolas"/>
              <a:cs typeface="Consolas"/>
            </a:endParaRPr>
          </a:p>
        </p:txBody>
      </p:sp>
      <p:sp>
        <p:nvSpPr>
          <p:cNvPr id="6" name="object 6"/>
          <p:cNvSpPr txBox="1"/>
          <p:nvPr/>
        </p:nvSpPr>
        <p:spPr>
          <a:xfrm>
            <a:off x="917168" y="3689525"/>
            <a:ext cx="3665220" cy="16713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59CD5"/>
                </a:solidFill>
                <a:latin typeface="Consolas"/>
                <a:cs typeface="Consolas"/>
              </a:rPr>
              <a:t>const</a:t>
            </a:r>
            <a:r>
              <a:rPr sz="1800" spc="-35" dirty="0">
                <a:solidFill>
                  <a:srgbClr val="559CD5"/>
                </a:solidFill>
                <a:latin typeface="Consolas"/>
                <a:cs typeface="Consolas"/>
              </a:rPr>
              <a:t> </a:t>
            </a:r>
            <a:r>
              <a:rPr sz="1800" spc="-5" dirty="0">
                <a:solidFill>
                  <a:srgbClr val="DCDCAA"/>
                </a:solidFill>
                <a:latin typeface="Consolas"/>
                <a:cs typeface="Consolas"/>
              </a:rPr>
              <a:t>list</a:t>
            </a:r>
            <a:r>
              <a:rPr sz="1800" spc="-20" dirty="0">
                <a:solidFill>
                  <a:srgbClr val="DCDCAA"/>
                </a:solidFill>
                <a:latin typeface="Consolas"/>
                <a:cs typeface="Consolas"/>
              </a:rPr>
              <a:t> </a:t>
            </a:r>
            <a:r>
              <a:rPr sz="1800" dirty="0">
                <a:solidFill>
                  <a:srgbClr val="D3D3D3"/>
                </a:solidFill>
                <a:latin typeface="Consolas"/>
                <a:cs typeface="Consolas"/>
              </a:rPr>
              <a:t>=</a:t>
            </a:r>
            <a:r>
              <a:rPr sz="1800" spc="-25" dirty="0">
                <a:solidFill>
                  <a:srgbClr val="D3D3D3"/>
                </a:solidFill>
                <a:latin typeface="Consolas"/>
                <a:cs typeface="Consolas"/>
              </a:rPr>
              <a:t> </a:t>
            </a:r>
            <a:r>
              <a:rPr sz="1800" dirty="0">
                <a:solidFill>
                  <a:srgbClr val="D3D3D3"/>
                </a:solidFill>
                <a:latin typeface="Consolas"/>
                <a:cs typeface="Consolas"/>
              </a:rPr>
              <a:t>(</a:t>
            </a:r>
            <a:endParaRPr sz="1800" dirty="0">
              <a:latin typeface="Consolas"/>
              <a:cs typeface="Consolas"/>
            </a:endParaRPr>
          </a:p>
          <a:p>
            <a:pPr marL="264160">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ul</a:t>
            </a:r>
            <a:r>
              <a:rPr sz="1800" spc="-5" dirty="0">
                <a:solidFill>
                  <a:srgbClr val="808080"/>
                </a:solidFill>
                <a:latin typeface="Consolas"/>
                <a:cs typeface="Consolas"/>
              </a:rPr>
              <a:t>&gt;</a:t>
            </a:r>
            <a:endParaRPr sz="1800" dirty="0">
              <a:latin typeface="Consolas"/>
              <a:cs typeface="Consolas"/>
            </a:endParaRPr>
          </a:p>
          <a:p>
            <a:pPr marL="514350">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r>
              <a:rPr sz="1800" spc="-5" dirty="0">
                <a:solidFill>
                  <a:srgbClr val="D3D3D3"/>
                </a:solidFill>
                <a:latin typeface="Consolas"/>
                <a:cs typeface="Consolas"/>
              </a:rPr>
              <a:t>Dr.</a:t>
            </a:r>
            <a:r>
              <a:rPr sz="1800" spc="-25" dirty="0">
                <a:solidFill>
                  <a:srgbClr val="D3D3D3"/>
                </a:solidFill>
                <a:latin typeface="Consolas"/>
                <a:cs typeface="Consolas"/>
              </a:rPr>
              <a:t> </a:t>
            </a:r>
            <a:r>
              <a:rPr sz="1800" spc="-5" dirty="0">
                <a:solidFill>
                  <a:srgbClr val="D3D3D3"/>
                </a:solidFill>
                <a:latin typeface="Consolas"/>
                <a:cs typeface="Consolas"/>
              </a:rPr>
              <a:t>David</a:t>
            </a:r>
            <a:r>
              <a:rPr sz="1800" spc="-25" dirty="0">
                <a:solidFill>
                  <a:srgbClr val="D3D3D3"/>
                </a:solidFill>
                <a:latin typeface="Consolas"/>
                <a:cs typeface="Consolas"/>
              </a:rPr>
              <a:t> </a:t>
            </a:r>
            <a:r>
              <a:rPr sz="1800" spc="-5" dirty="0">
                <a:solidFill>
                  <a:srgbClr val="D3D3D3"/>
                </a:solidFill>
                <a:latin typeface="Consolas"/>
                <a:cs typeface="Consolas"/>
              </a:rPr>
              <a:t>Stotts</a:t>
            </a: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endParaRPr sz="1800" dirty="0">
              <a:latin typeface="Consolas"/>
              <a:cs typeface="Consolas"/>
            </a:endParaRPr>
          </a:p>
          <a:p>
            <a:pPr marL="514350">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r>
              <a:rPr sz="1800" spc="-5" dirty="0">
                <a:solidFill>
                  <a:srgbClr val="559CD5"/>
                </a:solidFill>
                <a:latin typeface="Consolas"/>
                <a:cs typeface="Consolas"/>
              </a:rPr>
              <a:t>{</a:t>
            </a:r>
            <a:r>
              <a:rPr sz="1800" spc="-5" dirty="0">
                <a:solidFill>
                  <a:srgbClr val="9CDCFD"/>
                </a:solidFill>
                <a:latin typeface="Consolas"/>
                <a:cs typeface="Consolas"/>
              </a:rPr>
              <a:t>name</a:t>
            </a:r>
            <a:r>
              <a:rPr sz="1800" spc="-5" dirty="0">
                <a:solidFill>
                  <a:srgbClr val="559CD5"/>
                </a:solidFill>
                <a:latin typeface="Consolas"/>
                <a:cs typeface="Consolas"/>
              </a:rPr>
              <a:t>}</a:t>
            </a:r>
            <a:r>
              <a:rPr sz="1800" spc="-5" dirty="0">
                <a:solidFill>
                  <a:srgbClr val="808080"/>
                </a:solidFill>
                <a:latin typeface="Consolas"/>
                <a:cs typeface="Consolas"/>
              </a:rPr>
              <a:t>&lt;/</a:t>
            </a:r>
            <a:r>
              <a:rPr sz="1800" spc="-5" dirty="0">
                <a:solidFill>
                  <a:srgbClr val="559CD5"/>
                </a:solidFill>
                <a:latin typeface="Consolas"/>
                <a:cs typeface="Consolas"/>
              </a:rPr>
              <a:t>li</a:t>
            </a:r>
            <a:r>
              <a:rPr sz="1800" spc="-5" dirty="0">
                <a:solidFill>
                  <a:srgbClr val="808080"/>
                </a:solidFill>
                <a:latin typeface="Consolas"/>
                <a:cs typeface="Consolas"/>
              </a:rPr>
              <a:t>&gt;</a:t>
            </a:r>
            <a:endParaRPr sz="1800" dirty="0">
              <a:latin typeface="Consolas"/>
              <a:cs typeface="Consolas"/>
            </a:endParaRPr>
          </a:p>
          <a:p>
            <a:pPr marL="264160">
              <a:lnSpc>
                <a:spcPct val="100000"/>
              </a:lnSpc>
            </a:pPr>
            <a:r>
              <a:rPr sz="1800" spc="-5" dirty="0">
                <a:solidFill>
                  <a:srgbClr val="808080"/>
                </a:solidFill>
                <a:latin typeface="Consolas"/>
                <a:cs typeface="Consolas"/>
              </a:rPr>
              <a:t>&lt;/</a:t>
            </a:r>
            <a:r>
              <a:rPr sz="1800" spc="-5" dirty="0">
                <a:solidFill>
                  <a:srgbClr val="559CD5"/>
                </a:solidFill>
                <a:latin typeface="Consolas"/>
                <a:cs typeface="Consolas"/>
              </a:rPr>
              <a:t>ul</a:t>
            </a:r>
            <a:r>
              <a:rPr sz="1800" spc="-5" dirty="0">
                <a:solidFill>
                  <a:srgbClr val="808080"/>
                </a:solidFill>
                <a:latin typeface="Consolas"/>
                <a:cs typeface="Consolas"/>
              </a:rPr>
              <a:t>&gt;</a:t>
            </a:r>
            <a:endParaRPr sz="1800" dirty="0">
              <a:latin typeface="Consolas"/>
              <a:cs typeface="Consolas"/>
            </a:endParaRPr>
          </a:p>
          <a:p>
            <a:pPr marL="12700">
              <a:lnSpc>
                <a:spcPct val="100000"/>
              </a:lnSpc>
            </a:pPr>
            <a:r>
              <a:rPr sz="1800" dirty="0">
                <a:solidFill>
                  <a:srgbClr val="D3D3D3"/>
                </a:solidFill>
                <a:latin typeface="Consolas"/>
                <a:cs typeface="Consolas"/>
              </a:rPr>
              <a:t>);</a:t>
            </a:r>
            <a:endParaRPr sz="1800" dirty="0">
              <a:latin typeface="Consolas"/>
              <a:cs typeface="Consolas"/>
            </a:endParaRPr>
          </a:p>
        </p:txBody>
      </p:sp>
    </p:spTree>
    <p:extLst>
      <p:ext uri="{BB962C8B-B14F-4D97-AF65-F5344CB8AC3E}">
        <p14:creationId xmlns:p14="http://schemas.microsoft.com/office/powerpoint/2010/main" val="2411677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Virtual Document Object Model (DOM)</a:t>
            </a:r>
            <a:br>
              <a:rPr lang="en-IN" dirty="0" smtClean="0"/>
            </a:br>
            <a:endParaRPr lang="en-IN" dirty="0"/>
          </a:p>
        </p:txBody>
      </p:sp>
      <p:sp>
        <p:nvSpPr>
          <p:cNvPr id="3" name="Content Placeholder 2"/>
          <p:cNvSpPr>
            <a:spLocks noGrp="1"/>
          </p:cNvSpPr>
          <p:nvPr>
            <p:ph idx="1"/>
          </p:nvPr>
        </p:nvSpPr>
        <p:spPr/>
        <p:txBody>
          <a:bodyPr/>
          <a:lstStyle/>
          <a:p>
            <a:r>
              <a:rPr lang="en-US" dirty="0" smtClean="0"/>
              <a:t>The Virtual DOM is </a:t>
            </a:r>
            <a:r>
              <a:rPr lang="en-US" dirty="0" err="1" smtClean="0"/>
              <a:t>React's</a:t>
            </a:r>
            <a:r>
              <a:rPr lang="en-US" dirty="0" smtClean="0"/>
              <a:t> lightweight version of the Real DOM. Real DOM manipulation is substantially slower than virtual DOM manipulation. When an object's state changes, Virtual DOM updates only that object in the real DOM rather than all of them.</a:t>
            </a:r>
            <a:endParaRPr lang="en-IN" dirty="0"/>
          </a:p>
        </p:txBody>
      </p:sp>
      <p:pic>
        <p:nvPicPr>
          <p:cNvPr id="3074" name="Picture 2" descr="Virtual_D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68077"/>
            <a:ext cx="9791700" cy="2433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071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When the state of an object changes in a React application, VDOM gets updated. </a:t>
            </a:r>
          </a:p>
          <a:p>
            <a:r>
              <a:rPr lang="en-US" dirty="0" smtClean="0"/>
              <a:t>It then compares its previous state and then updates only those objects in the real DOM instead of updating all of the objects. </a:t>
            </a:r>
            <a:r>
              <a:rPr lang="en-US" dirty="0" smtClean="0">
                <a:solidFill>
                  <a:srgbClr val="FF0000"/>
                </a:solidFill>
              </a:rPr>
              <a:t>(For this it uses a diffing algorithm and a process called reconciliation)</a:t>
            </a:r>
          </a:p>
          <a:p>
            <a:r>
              <a:rPr lang="en-US" dirty="0" smtClean="0"/>
              <a:t>This makes things move fast, especially when compared to other front-end technologies that have to update each object even if only a single object changes in the web application.</a:t>
            </a:r>
            <a:endParaRPr lang="en-IN" dirty="0"/>
          </a:p>
        </p:txBody>
      </p:sp>
    </p:spTree>
    <p:extLst>
      <p:ext uri="{BB962C8B-B14F-4D97-AF65-F5344CB8AC3E}">
        <p14:creationId xmlns:p14="http://schemas.microsoft.com/office/powerpoint/2010/main" val="1183502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0584"/>
            <a:ext cx="7120255" cy="695960"/>
          </a:xfrm>
          <a:prstGeom prst="rect">
            <a:avLst/>
          </a:prstGeom>
        </p:spPr>
        <p:txBody>
          <a:bodyPr vert="horz" wrap="square" lIns="0" tIns="12065" rIns="0" bIns="0" rtlCol="0">
            <a:spAutoFit/>
          </a:bodyPr>
          <a:lstStyle/>
          <a:p>
            <a:pPr marL="12700">
              <a:lnSpc>
                <a:spcPct val="100000"/>
              </a:lnSpc>
              <a:spcBef>
                <a:spcPts val="95"/>
              </a:spcBef>
            </a:pPr>
            <a:r>
              <a:rPr spc="-30" dirty="0">
                <a:solidFill>
                  <a:srgbClr val="44536A"/>
                </a:solidFill>
                <a:latin typeface="Calibri Light"/>
                <a:cs typeface="Calibri Light"/>
              </a:rPr>
              <a:t>Anatomy</a:t>
            </a:r>
            <a:r>
              <a:rPr spc="-5" dirty="0">
                <a:solidFill>
                  <a:srgbClr val="44536A"/>
                </a:solidFill>
                <a:latin typeface="Calibri Light"/>
                <a:cs typeface="Calibri Light"/>
              </a:rPr>
              <a:t> of</a:t>
            </a:r>
            <a:r>
              <a:rPr spc="-10" dirty="0">
                <a:solidFill>
                  <a:srgbClr val="44536A"/>
                </a:solidFill>
                <a:latin typeface="Calibri Light"/>
                <a:cs typeface="Calibri Light"/>
              </a:rPr>
              <a:t> </a:t>
            </a:r>
            <a:r>
              <a:rPr spc="-5" dirty="0">
                <a:solidFill>
                  <a:srgbClr val="44536A"/>
                </a:solidFill>
                <a:latin typeface="Calibri Light"/>
                <a:cs typeface="Calibri Light"/>
              </a:rPr>
              <a:t>a</a:t>
            </a:r>
            <a:r>
              <a:rPr dirty="0">
                <a:solidFill>
                  <a:srgbClr val="44536A"/>
                </a:solidFill>
                <a:latin typeface="Calibri Light"/>
                <a:cs typeface="Calibri Light"/>
              </a:rPr>
              <a:t> </a:t>
            </a:r>
            <a:r>
              <a:rPr spc="-20" dirty="0">
                <a:solidFill>
                  <a:srgbClr val="44536A"/>
                </a:solidFill>
                <a:latin typeface="Calibri Light"/>
                <a:cs typeface="Calibri Light"/>
              </a:rPr>
              <a:t>React</a:t>
            </a:r>
            <a:r>
              <a:rPr spc="5" dirty="0">
                <a:solidFill>
                  <a:srgbClr val="44536A"/>
                </a:solidFill>
                <a:latin typeface="Calibri Light"/>
                <a:cs typeface="Calibri Light"/>
              </a:rPr>
              <a:t> </a:t>
            </a:r>
            <a:r>
              <a:rPr spc="-15" dirty="0"/>
              <a:t>component</a:t>
            </a:r>
          </a:p>
        </p:txBody>
      </p:sp>
      <p:sp>
        <p:nvSpPr>
          <p:cNvPr id="3" name="object 3"/>
          <p:cNvSpPr/>
          <p:nvPr/>
        </p:nvSpPr>
        <p:spPr>
          <a:xfrm>
            <a:off x="415290" y="2958083"/>
            <a:ext cx="8886190" cy="2124075"/>
          </a:xfrm>
          <a:custGeom>
            <a:avLst/>
            <a:gdLst/>
            <a:ahLst/>
            <a:cxnLst/>
            <a:rect l="l" t="t" r="r" b="b"/>
            <a:pathLst>
              <a:path w="8886190" h="2124075">
                <a:moveTo>
                  <a:pt x="8885682" y="0"/>
                </a:moveTo>
                <a:lnTo>
                  <a:pt x="0" y="0"/>
                </a:lnTo>
                <a:lnTo>
                  <a:pt x="0" y="2123694"/>
                </a:lnTo>
                <a:lnTo>
                  <a:pt x="8885682" y="2123694"/>
                </a:lnTo>
                <a:lnTo>
                  <a:pt x="8885682" y="0"/>
                </a:lnTo>
                <a:close/>
              </a:path>
            </a:pathLst>
          </a:custGeom>
          <a:solidFill>
            <a:srgbClr val="252525"/>
          </a:solidFill>
        </p:spPr>
        <p:txBody>
          <a:bodyPr wrap="square" lIns="0" tIns="0" rIns="0" bIns="0" rtlCol="0"/>
          <a:lstStyle/>
          <a:p>
            <a:endParaRPr/>
          </a:p>
        </p:txBody>
      </p:sp>
      <p:sp>
        <p:nvSpPr>
          <p:cNvPr id="4" name="object 4"/>
          <p:cNvSpPr txBox="1"/>
          <p:nvPr/>
        </p:nvSpPr>
        <p:spPr>
          <a:xfrm>
            <a:off x="768699" y="3298384"/>
            <a:ext cx="7303770" cy="84836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C585C0"/>
                </a:solidFill>
                <a:latin typeface="Consolas"/>
                <a:cs typeface="Consolas"/>
              </a:rPr>
              <a:t>export</a:t>
            </a:r>
            <a:r>
              <a:rPr sz="1800" spc="-10" dirty="0">
                <a:solidFill>
                  <a:srgbClr val="C585C0"/>
                </a:solidFill>
                <a:latin typeface="Consolas"/>
                <a:cs typeface="Consolas"/>
              </a:rPr>
              <a:t> </a:t>
            </a:r>
            <a:r>
              <a:rPr sz="1800" spc="-5" dirty="0">
                <a:solidFill>
                  <a:srgbClr val="C585C0"/>
                </a:solidFill>
                <a:latin typeface="Consolas"/>
                <a:cs typeface="Consolas"/>
              </a:rPr>
              <a:t>default</a:t>
            </a:r>
            <a:r>
              <a:rPr sz="1800" spc="-10" dirty="0">
                <a:solidFill>
                  <a:srgbClr val="C585C0"/>
                </a:solidFill>
                <a:latin typeface="Consolas"/>
                <a:cs typeface="Consolas"/>
              </a:rPr>
              <a:t> </a:t>
            </a:r>
            <a:r>
              <a:rPr sz="1800" spc="-5" dirty="0">
                <a:solidFill>
                  <a:srgbClr val="559CD5"/>
                </a:solidFill>
                <a:latin typeface="Consolas"/>
                <a:cs typeface="Consolas"/>
              </a:rPr>
              <a:t>function</a:t>
            </a:r>
            <a:r>
              <a:rPr sz="1800" spc="-10" dirty="0">
                <a:solidFill>
                  <a:srgbClr val="559CD5"/>
                </a:solidFill>
                <a:latin typeface="Consolas"/>
                <a:cs typeface="Consolas"/>
              </a:rPr>
              <a:t> </a:t>
            </a:r>
            <a:r>
              <a:rPr sz="1800" spc="-5" dirty="0">
                <a:solidFill>
                  <a:srgbClr val="DCDCAA"/>
                </a:solidFill>
                <a:latin typeface="Consolas"/>
                <a:cs typeface="Consolas"/>
              </a:rPr>
              <a:t>MyComponent</a:t>
            </a:r>
            <a:r>
              <a:rPr sz="1800" spc="-5" dirty="0">
                <a:solidFill>
                  <a:srgbClr val="D3D3D3"/>
                </a:solidFill>
                <a:latin typeface="Consolas"/>
                <a:cs typeface="Consolas"/>
              </a:rPr>
              <a:t>(</a:t>
            </a:r>
            <a:r>
              <a:rPr sz="1800" spc="-5" dirty="0">
                <a:solidFill>
                  <a:srgbClr val="9CDCFD"/>
                </a:solidFill>
                <a:latin typeface="Consolas"/>
                <a:cs typeface="Consolas"/>
              </a:rPr>
              <a:t>props</a:t>
            </a:r>
            <a:r>
              <a:rPr sz="1800" spc="-5" dirty="0">
                <a:solidFill>
                  <a:srgbClr val="D3D3D3"/>
                </a:solidFill>
                <a:latin typeface="Consolas"/>
                <a:cs typeface="Consolas"/>
              </a:rPr>
              <a:t>)</a:t>
            </a:r>
            <a:r>
              <a:rPr sz="1800" spc="-10" dirty="0">
                <a:solidFill>
                  <a:srgbClr val="D3D3D3"/>
                </a:solidFill>
                <a:latin typeface="Consolas"/>
                <a:cs typeface="Consolas"/>
              </a:rPr>
              <a:t> </a:t>
            </a:r>
            <a:r>
              <a:rPr sz="1800" dirty="0">
                <a:solidFill>
                  <a:srgbClr val="D3D3D3"/>
                </a:solidFill>
                <a:latin typeface="Consolas"/>
                <a:cs typeface="Consolas"/>
              </a:rPr>
              <a:t>{</a:t>
            </a:r>
            <a:endParaRPr sz="1800">
              <a:latin typeface="Consolas"/>
              <a:cs typeface="Consolas"/>
            </a:endParaRPr>
          </a:p>
          <a:p>
            <a:pPr marL="263525">
              <a:lnSpc>
                <a:spcPct val="100000"/>
              </a:lnSpc>
            </a:pPr>
            <a:r>
              <a:rPr sz="1800" spc="-5" dirty="0">
                <a:solidFill>
                  <a:srgbClr val="C585C0"/>
                </a:solidFill>
                <a:latin typeface="Consolas"/>
                <a:cs typeface="Consolas"/>
              </a:rPr>
              <a:t>return</a:t>
            </a:r>
            <a:r>
              <a:rPr sz="1800" spc="-10" dirty="0">
                <a:solidFill>
                  <a:srgbClr val="C585C0"/>
                </a:solidFill>
                <a:latin typeface="Consolas"/>
                <a:cs typeface="Consolas"/>
              </a:rPr>
              <a:t> </a:t>
            </a:r>
            <a:r>
              <a:rPr sz="1800" spc="-5" dirty="0">
                <a:solidFill>
                  <a:srgbClr val="808080"/>
                </a:solidFill>
                <a:latin typeface="Consolas"/>
                <a:cs typeface="Consolas"/>
              </a:rPr>
              <a:t>&lt;</a:t>
            </a:r>
            <a:r>
              <a:rPr sz="1800" spc="-5" dirty="0">
                <a:solidFill>
                  <a:srgbClr val="559CD5"/>
                </a:solidFill>
                <a:latin typeface="Consolas"/>
                <a:cs typeface="Consolas"/>
              </a:rPr>
              <a:t>div</a:t>
            </a:r>
            <a:r>
              <a:rPr sz="1800" spc="-5" dirty="0">
                <a:solidFill>
                  <a:srgbClr val="808080"/>
                </a:solidFill>
                <a:latin typeface="Consolas"/>
                <a:cs typeface="Consolas"/>
              </a:rPr>
              <a:t>&gt;</a:t>
            </a:r>
            <a:r>
              <a:rPr sz="1800" spc="-5" dirty="0">
                <a:solidFill>
                  <a:srgbClr val="D3D3D3"/>
                </a:solidFill>
                <a:latin typeface="Consolas"/>
                <a:cs typeface="Consolas"/>
              </a:rPr>
              <a:t>Hello,</a:t>
            </a:r>
            <a:r>
              <a:rPr sz="1800" spc="-10" dirty="0">
                <a:solidFill>
                  <a:srgbClr val="D3D3D3"/>
                </a:solidFill>
                <a:latin typeface="Consolas"/>
                <a:cs typeface="Consolas"/>
              </a:rPr>
              <a:t> </a:t>
            </a:r>
            <a:r>
              <a:rPr sz="1800" spc="-5" dirty="0">
                <a:solidFill>
                  <a:srgbClr val="D3D3D3"/>
                </a:solidFill>
                <a:latin typeface="Consolas"/>
                <a:cs typeface="Consolas"/>
              </a:rPr>
              <a:t>world! </a:t>
            </a:r>
            <a:r>
              <a:rPr sz="1800" dirty="0">
                <a:solidFill>
                  <a:srgbClr val="D3D3D3"/>
                </a:solidFill>
                <a:latin typeface="Consolas"/>
                <a:cs typeface="Consolas"/>
              </a:rPr>
              <a:t>My</a:t>
            </a:r>
            <a:r>
              <a:rPr sz="1800" spc="-5" dirty="0">
                <a:solidFill>
                  <a:srgbClr val="D3D3D3"/>
                </a:solidFill>
                <a:latin typeface="Consolas"/>
                <a:cs typeface="Consolas"/>
              </a:rPr>
              <a:t> name </a:t>
            </a:r>
            <a:r>
              <a:rPr sz="1800" dirty="0">
                <a:solidFill>
                  <a:srgbClr val="D3D3D3"/>
                </a:solidFill>
                <a:latin typeface="Consolas"/>
                <a:cs typeface="Consolas"/>
              </a:rPr>
              <a:t>is</a:t>
            </a:r>
            <a:r>
              <a:rPr sz="1800" spc="-5" dirty="0">
                <a:solidFill>
                  <a:srgbClr val="D3D3D3"/>
                </a:solidFill>
                <a:latin typeface="Consolas"/>
                <a:cs typeface="Consolas"/>
              </a:rPr>
              <a:t> </a:t>
            </a:r>
            <a:r>
              <a:rPr sz="1800" spc="-5" dirty="0">
                <a:solidFill>
                  <a:srgbClr val="559CD5"/>
                </a:solidFill>
                <a:latin typeface="Consolas"/>
                <a:cs typeface="Consolas"/>
              </a:rPr>
              <a:t>{</a:t>
            </a:r>
            <a:r>
              <a:rPr sz="1800" spc="-5" dirty="0">
                <a:solidFill>
                  <a:srgbClr val="9CDCFD"/>
                </a:solidFill>
                <a:latin typeface="Consolas"/>
                <a:cs typeface="Consolas"/>
              </a:rPr>
              <a:t>props</a:t>
            </a:r>
            <a:r>
              <a:rPr sz="1800" spc="-5" dirty="0">
                <a:solidFill>
                  <a:srgbClr val="D3D3D3"/>
                </a:solidFill>
                <a:latin typeface="Consolas"/>
                <a:cs typeface="Consolas"/>
              </a:rPr>
              <a:t>.</a:t>
            </a:r>
            <a:r>
              <a:rPr sz="1800" spc="-5" dirty="0">
                <a:solidFill>
                  <a:srgbClr val="9CDCFD"/>
                </a:solidFill>
                <a:latin typeface="Consolas"/>
                <a:cs typeface="Consolas"/>
              </a:rPr>
              <a:t>name</a:t>
            </a:r>
            <a:r>
              <a:rPr sz="1800" spc="-5" dirty="0">
                <a:solidFill>
                  <a:srgbClr val="559CD5"/>
                </a:solidFill>
                <a:latin typeface="Consolas"/>
                <a:cs typeface="Consolas"/>
              </a:rPr>
              <a:t>}</a:t>
            </a:r>
            <a:r>
              <a:rPr sz="1800" spc="-5" dirty="0">
                <a:solidFill>
                  <a:srgbClr val="808080"/>
                </a:solidFill>
                <a:latin typeface="Consolas"/>
                <a:cs typeface="Consolas"/>
              </a:rPr>
              <a:t>&lt;/</a:t>
            </a:r>
            <a:r>
              <a:rPr sz="1800" spc="-5" dirty="0">
                <a:solidFill>
                  <a:srgbClr val="559CD5"/>
                </a:solidFill>
                <a:latin typeface="Consolas"/>
                <a:cs typeface="Consolas"/>
              </a:rPr>
              <a:t>div</a:t>
            </a:r>
            <a:r>
              <a:rPr sz="1800" spc="-5" dirty="0">
                <a:solidFill>
                  <a:srgbClr val="808080"/>
                </a:solidFill>
                <a:latin typeface="Consolas"/>
                <a:cs typeface="Consolas"/>
              </a:rPr>
              <a:t>&gt;</a:t>
            </a:r>
            <a:r>
              <a:rPr sz="1800" spc="-5" dirty="0">
                <a:solidFill>
                  <a:srgbClr val="D3D3D3"/>
                </a:solidFill>
                <a:latin typeface="Consolas"/>
                <a:cs typeface="Consolas"/>
              </a:rPr>
              <a:t>;</a:t>
            </a:r>
            <a:endParaRPr sz="1800">
              <a:latin typeface="Consolas"/>
              <a:cs typeface="Consolas"/>
            </a:endParaRPr>
          </a:p>
          <a:p>
            <a:pPr marL="12700">
              <a:lnSpc>
                <a:spcPct val="100000"/>
              </a:lnSpc>
            </a:pPr>
            <a:r>
              <a:rPr sz="1800" dirty="0">
                <a:solidFill>
                  <a:srgbClr val="D3D3D3"/>
                </a:solidFill>
                <a:latin typeface="Consolas"/>
                <a:cs typeface="Consolas"/>
              </a:rPr>
              <a:t>}</a:t>
            </a:r>
            <a:endParaRPr sz="1800">
              <a:latin typeface="Consolas"/>
              <a:cs typeface="Consolas"/>
            </a:endParaRPr>
          </a:p>
        </p:txBody>
      </p:sp>
      <p:sp>
        <p:nvSpPr>
          <p:cNvPr id="5" name="object 5"/>
          <p:cNvSpPr txBox="1"/>
          <p:nvPr/>
        </p:nvSpPr>
        <p:spPr>
          <a:xfrm>
            <a:off x="768699" y="4395664"/>
            <a:ext cx="52965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59CD5"/>
                </a:solidFill>
                <a:latin typeface="Consolas"/>
                <a:cs typeface="Consolas"/>
              </a:rPr>
              <a:t>const</a:t>
            </a:r>
            <a:r>
              <a:rPr sz="1800" spc="-20" dirty="0">
                <a:solidFill>
                  <a:srgbClr val="559CD5"/>
                </a:solidFill>
                <a:latin typeface="Consolas"/>
                <a:cs typeface="Consolas"/>
              </a:rPr>
              <a:t> </a:t>
            </a:r>
            <a:r>
              <a:rPr sz="1800" spc="-5" dirty="0">
                <a:solidFill>
                  <a:srgbClr val="9CDCFD"/>
                </a:solidFill>
                <a:latin typeface="Consolas"/>
                <a:cs typeface="Consolas"/>
              </a:rPr>
              <a:t>html </a:t>
            </a:r>
            <a:r>
              <a:rPr sz="1800" dirty="0">
                <a:solidFill>
                  <a:srgbClr val="D3D3D3"/>
                </a:solidFill>
                <a:latin typeface="Consolas"/>
                <a:cs typeface="Consolas"/>
              </a:rPr>
              <a:t>=</a:t>
            </a:r>
            <a:r>
              <a:rPr sz="1800" spc="-10" dirty="0">
                <a:solidFill>
                  <a:srgbClr val="D3D3D3"/>
                </a:solidFill>
                <a:latin typeface="Consolas"/>
                <a:cs typeface="Consolas"/>
              </a:rPr>
              <a:t> </a:t>
            </a:r>
            <a:r>
              <a:rPr sz="1800" spc="-5" dirty="0">
                <a:solidFill>
                  <a:srgbClr val="808080"/>
                </a:solidFill>
                <a:latin typeface="Consolas"/>
                <a:cs typeface="Consolas"/>
              </a:rPr>
              <a:t>&lt;</a:t>
            </a:r>
            <a:r>
              <a:rPr sz="1800" spc="-5" dirty="0">
                <a:solidFill>
                  <a:srgbClr val="4EC8AF"/>
                </a:solidFill>
                <a:latin typeface="Consolas"/>
                <a:cs typeface="Consolas"/>
              </a:rPr>
              <a:t>MyComponent </a:t>
            </a:r>
            <a:r>
              <a:rPr sz="1800" spc="-5" dirty="0">
                <a:solidFill>
                  <a:srgbClr val="9CDCFD"/>
                </a:solidFill>
                <a:latin typeface="Consolas"/>
                <a:cs typeface="Consolas"/>
              </a:rPr>
              <a:t>name</a:t>
            </a:r>
            <a:r>
              <a:rPr sz="1800" spc="-5" dirty="0">
                <a:solidFill>
                  <a:srgbClr val="D3D3D3"/>
                </a:solidFill>
                <a:latin typeface="Consolas"/>
                <a:cs typeface="Consolas"/>
              </a:rPr>
              <a:t>=</a:t>
            </a:r>
            <a:r>
              <a:rPr sz="1800" spc="-5" dirty="0">
                <a:solidFill>
                  <a:srgbClr val="CE9178"/>
                </a:solidFill>
                <a:latin typeface="Consolas"/>
                <a:cs typeface="Consolas"/>
              </a:rPr>
              <a:t>"aaron"</a:t>
            </a:r>
            <a:r>
              <a:rPr sz="1800" spc="-10" dirty="0">
                <a:solidFill>
                  <a:srgbClr val="CE9178"/>
                </a:solidFill>
                <a:latin typeface="Consolas"/>
                <a:cs typeface="Consolas"/>
              </a:rPr>
              <a:t> </a:t>
            </a:r>
            <a:r>
              <a:rPr sz="1800" dirty="0">
                <a:solidFill>
                  <a:srgbClr val="808080"/>
                </a:solidFill>
                <a:latin typeface="Consolas"/>
                <a:cs typeface="Consolas"/>
              </a:rPr>
              <a:t>/&gt;</a:t>
            </a:r>
            <a:r>
              <a:rPr sz="1800" dirty="0">
                <a:solidFill>
                  <a:srgbClr val="D3D3D3"/>
                </a:solidFill>
                <a:latin typeface="Consolas"/>
                <a:cs typeface="Consolas"/>
              </a:rPr>
              <a:t>;</a:t>
            </a:r>
            <a:endParaRPr sz="1800">
              <a:latin typeface="Consolas"/>
              <a:cs typeface="Consolas"/>
            </a:endParaRPr>
          </a:p>
        </p:txBody>
      </p:sp>
      <p:sp>
        <p:nvSpPr>
          <p:cNvPr id="6" name="object 6"/>
          <p:cNvSpPr txBox="1"/>
          <p:nvPr/>
        </p:nvSpPr>
        <p:spPr>
          <a:xfrm>
            <a:off x="5016761" y="1791262"/>
            <a:ext cx="3201035" cy="635000"/>
          </a:xfrm>
          <a:prstGeom prst="rect">
            <a:avLst/>
          </a:prstGeom>
        </p:spPr>
        <p:txBody>
          <a:bodyPr vert="horz" wrap="square" lIns="0" tIns="12065" rIns="0" bIns="0" rtlCol="0">
            <a:spAutoFit/>
          </a:bodyPr>
          <a:lstStyle/>
          <a:p>
            <a:pPr marL="12700" marR="5080" indent="151130">
              <a:lnSpc>
                <a:spcPct val="100000"/>
              </a:lnSpc>
              <a:spcBef>
                <a:spcPts val="95"/>
              </a:spcBef>
            </a:pPr>
            <a:r>
              <a:rPr sz="2000" spc="-5" dirty="0">
                <a:latin typeface="Calibri"/>
                <a:cs typeface="Calibri"/>
              </a:rPr>
              <a:t>Inputs</a:t>
            </a:r>
            <a:r>
              <a:rPr sz="2000" spc="-10" dirty="0">
                <a:latin typeface="Calibri"/>
                <a:cs typeface="Calibri"/>
              </a:rPr>
              <a:t> are</a:t>
            </a:r>
            <a:r>
              <a:rPr sz="2000" dirty="0">
                <a:latin typeface="Calibri"/>
                <a:cs typeface="Calibri"/>
              </a:rPr>
              <a:t> </a:t>
            </a:r>
            <a:r>
              <a:rPr sz="2000" spc="-5" dirty="0">
                <a:latin typeface="Calibri"/>
                <a:cs typeface="Calibri"/>
              </a:rPr>
              <a:t>passed</a:t>
            </a:r>
            <a:r>
              <a:rPr sz="2000" spc="10" dirty="0">
                <a:latin typeface="Calibri"/>
                <a:cs typeface="Calibri"/>
              </a:rPr>
              <a:t> </a:t>
            </a:r>
            <a:r>
              <a:rPr sz="2000" spc="-10" dirty="0">
                <a:latin typeface="Calibri"/>
                <a:cs typeface="Calibri"/>
              </a:rPr>
              <a:t>through</a:t>
            </a:r>
            <a:r>
              <a:rPr sz="2000" spc="-15" dirty="0">
                <a:latin typeface="Calibri"/>
                <a:cs typeface="Calibri"/>
              </a:rPr>
              <a:t> </a:t>
            </a:r>
            <a:r>
              <a:rPr sz="2000" spc="-5" dirty="0">
                <a:latin typeface="Calibri"/>
                <a:cs typeface="Calibri"/>
              </a:rPr>
              <a:t>a </a:t>
            </a:r>
            <a:r>
              <a:rPr sz="2000" dirty="0">
                <a:latin typeface="Calibri"/>
                <a:cs typeface="Calibri"/>
              </a:rPr>
              <a:t> </a:t>
            </a:r>
            <a:r>
              <a:rPr sz="2000" spc="-5" dirty="0">
                <a:latin typeface="Calibri"/>
                <a:cs typeface="Calibri"/>
              </a:rPr>
              <a:t>single</a:t>
            </a:r>
            <a:r>
              <a:rPr sz="2000" spc="5" dirty="0">
                <a:latin typeface="Calibri"/>
                <a:cs typeface="Calibri"/>
              </a:rPr>
              <a:t> </a:t>
            </a:r>
            <a:r>
              <a:rPr sz="2000" spc="-10" dirty="0">
                <a:latin typeface="Calibri"/>
                <a:cs typeface="Calibri"/>
              </a:rPr>
              <a:t>argument</a:t>
            </a:r>
            <a:r>
              <a:rPr sz="2000" spc="10" dirty="0">
                <a:latin typeface="Calibri"/>
                <a:cs typeface="Calibri"/>
              </a:rPr>
              <a:t> </a:t>
            </a:r>
            <a:r>
              <a:rPr sz="2000" spc="-10" dirty="0">
                <a:latin typeface="Calibri"/>
                <a:cs typeface="Calibri"/>
              </a:rPr>
              <a:t>called</a:t>
            </a:r>
            <a:r>
              <a:rPr sz="2000" spc="15" dirty="0">
                <a:latin typeface="Calibri"/>
                <a:cs typeface="Calibri"/>
              </a:rPr>
              <a:t> </a:t>
            </a:r>
            <a:r>
              <a:rPr sz="2000" spc="-15" dirty="0">
                <a:latin typeface="Calibri"/>
                <a:cs typeface="Calibri"/>
              </a:rPr>
              <a:t>“props”</a:t>
            </a:r>
            <a:endParaRPr sz="2000">
              <a:latin typeface="Calibri"/>
              <a:cs typeface="Calibri"/>
            </a:endParaRPr>
          </a:p>
        </p:txBody>
      </p:sp>
      <p:grpSp>
        <p:nvGrpSpPr>
          <p:cNvPr id="7" name="object 7"/>
          <p:cNvGrpSpPr/>
          <p:nvPr/>
        </p:nvGrpSpPr>
        <p:grpSpPr>
          <a:xfrm>
            <a:off x="2518410" y="2469642"/>
            <a:ext cx="7093584" cy="3211195"/>
            <a:chOff x="2518410" y="2469642"/>
            <a:chExt cx="7093584" cy="3211195"/>
          </a:xfrm>
        </p:grpSpPr>
        <p:sp>
          <p:nvSpPr>
            <p:cNvPr id="8" name="object 8"/>
            <p:cNvSpPr/>
            <p:nvPr/>
          </p:nvSpPr>
          <p:spPr>
            <a:xfrm>
              <a:off x="5706238" y="2482215"/>
              <a:ext cx="912494" cy="716280"/>
            </a:xfrm>
            <a:custGeom>
              <a:avLst/>
              <a:gdLst/>
              <a:ahLst/>
              <a:cxnLst/>
              <a:rect l="l" t="t" r="r" b="b"/>
              <a:pathLst>
                <a:path w="912495" h="716280">
                  <a:moveTo>
                    <a:pt x="912228" y="0"/>
                  </a:moveTo>
                  <a:lnTo>
                    <a:pt x="0" y="715873"/>
                  </a:lnTo>
                </a:path>
              </a:pathLst>
            </a:custGeom>
            <a:ln w="25145">
              <a:solidFill>
                <a:srgbClr val="FF0000"/>
              </a:solidFill>
            </a:ln>
          </p:spPr>
          <p:txBody>
            <a:bodyPr wrap="square" lIns="0" tIns="0" rIns="0" bIns="0" rtlCol="0"/>
            <a:lstStyle/>
            <a:p>
              <a:endParaRPr/>
            </a:p>
          </p:txBody>
        </p:sp>
        <p:sp>
          <p:nvSpPr>
            <p:cNvPr id="9" name="object 9"/>
            <p:cNvSpPr/>
            <p:nvPr/>
          </p:nvSpPr>
          <p:spPr>
            <a:xfrm>
              <a:off x="5616315" y="3140289"/>
              <a:ext cx="139700" cy="128905"/>
            </a:xfrm>
            <a:custGeom>
              <a:avLst/>
              <a:gdLst/>
              <a:ahLst/>
              <a:cxnLst/>
              <a:rect l="l" t="t" r="r" b="b"/>
              <a:pathLst>
                <a:path w="139700" h="128904">
                  <a:moveTo>
                    <a:pt x="60705" y="0"/>
                  </a:moveTo>
                  <a:lnTo>
                    <a:pt x="0" y="128358"/>
                  </a:lnTo>
                  <a:lnTo>
                    <a:pt x="139115" y="99910"/>
                  </a:lnTo>
                  <a:lnTo>
                    <a:pt x="60705" y="0"/>
                  </a:lnTo>
                  <a:close/>
                </a:path>
              </a:pathLst>
            </a:custGeom>
            <a:solidFill>
              <a:srgbClr val="FF0000"/>
            </a:solidFill>
          </p:spPr>
          <p:txBody>
            <a:bodyPr wrap="square" lIns="0" tIns="0" rIns="0" bIns="0" rtlCol="0"/>
            <a:lstStyle/>
            <a:p>
              <a:endParaRPr/>
            </a:p>
          </p:txBody>
        </p:sp>
        <p:sp>
          <p:nvSpPr>
            <p:cNvPr id="10" name="object 10"/>
            <p:cNvSpPr/>
            <p:nvPr/>
          </p:nvSpPr>
          <p:spPr>
            <a:xfrm>
              <a:off x="2918841" y="4959847"/>
              <a:ext cx="264795" cy="708025"/>
            </a:xfrm>
            <a:custGeom>
              <a:avLst/>
              <a:gdLst/>
              <a:ahLst/>
              <a:cxnLst/>
              <a:rect l="l" t="t" r="r" b="b"/>
              <a:pathLst>
                <a:path w="264794" h="708025">
                  <a:moveTo>
                    <a:pt x="0" y="707517"/>
                  </a:moveTo>
                  <a:lnTo>
                    <a:pt x="264744" y="0"/>
                  </a:lnTo>
                </a:path>
              </a:pathLst>
            </a:custGeom>
            <a:ln w="25146">
              <a:solidFill>
                <a:srgbClr val="FF0000"/>
              </a:solidFill>
            </a:ln>
          </p:spPr>
          <p:txBody>
            <a:bodyPr wrap="square" lIns="0" tIns="0" rIns="0" bIns="0" rtlCol="0"/>
            <a:lstStyle/>
            <a:p>
              <a:endParaRPr/>
            </a:p>
          </p:txBody>
        </p:sp>
        <p:sp>
          <p:nvSpPr>
            <p:cNvPr id="11" name="object 11"/>
            <p:cNvSpPr/>
            <p:nvPr/>
          </p:nvSpPr>
          <p:spPr>
            <a:xfrm>
              <a:off x="3119664" y="4852797"/>
              <a:ext cx="119380" cy="141605"/>
            </a:xfrm>
            <a:custGeom>
              <a:avLst/>
              <a:gdLst/>
              <a:ahLst/>
              <a:cxnLst/>
              <a:rect l="l" t="t" r="r" b="b"/>
              <a:pathLst>
                <a:path w="119380" h="141604">
                  <a:moveTo>
                    <a:pt x="103974" y="0"/>
                  </a:moveTo>
                  <a:lnTo>
                    <a:pt x="0" y="96697"/>
                  </a:lnTo>
                  <a:lnTo>
                    <a:pt x="118948" y="141198"/>
                  </a:lnTo>
                  <a:lnTo>
                    <a:pt x="103974" y="0"/>
                  </a:lnTo>
                  <a:close/>
                </a:path>
              </a:pathLst>
            </a:custGeom>
            <a:solidFill>
              <a:srgbClr val="FF0000"/>
            </a:solidFill>
          </p:spPr>
          <p:txBody>
            <a:bodyPr wrap="square" lIns="0" tIns="0" rIns="0" bIns="0" rtlCol="0"/>
            <a:lstStyle/>
            <a:p>
              <a:endParaRPr/>
            </a:p>
          </p:txBody>
        </p:sp>
        <p:sp>
          <p:nvSpPr>
            <p:cNvPr id="12" name="object 12"/>
            <p:cNvSpPr/>
            <p:nvPr/>
          </p:nvSpPr>
          <p:spPr>
            <a:xfrm>
              <a:off x="8266394" y="3359277"/>
              <a:ext cx="1332865" cy="361315"/>
            </a:xfrm>
            <a:custGeom>
              <a:avLst/>
              <a:gdLst/>
              <a:ahLst/>
              <a:cxnLst/>
              <a:rect l="l" t="t" r="r" b="b"/>
              <a:pathLst>
                <a:path w="1332865" h="361314">
                  <a:moveTo>
                    <a:pt x="1332852" y="0"/>
                  </a:moveTo>
                  <a:lnTo>
                    <a:pt x="0" y="360819"/>
                  </a:lnTo>
                </a:path>
              </a:pathLst>
            </a:custGeom>
            <a:ln w="25146">
              <a:solidFill>
                <a:srgbClr val="FF0000"/>
              </a:solidFill>
            </a:ln>
          </p:spPr>
          <p:txBody>
            <a:bodyPr wrap="square" lIns="0" tIns="0" rIns="0" bIns="0" rtlCol="0"/>
            <a:lstStyle/>
            <a:p>
              <a:endParaRPr/>
            </a:p>
          </p:txBody>
        </p:sp>
        <p:sp>
          <p:nvSpPr>
            <p:cNvPr id="13" name="object 13"/>
            <p:cNvSpPr/>
            <p:nvPr/>
          </p:nvSpPr>
          <p:spPr>
            <a:xfrm>
              <a:off x="8156063" y="3655476"/>
              <a:ext cx="139700" cy="123189"/>
            </a:xfrm>
            <a:custGeom>
              <a:avLst/>
              <a:gdLst/>
              <a:ahLst/>
              <a:cxnLst/>
              <a:rect l="l" t="t" r="r" b="b"/>
              <a:pathLst>
                <a:path w="139700" h="123189">
                  <a:moveTo>
                    <a:pt x="105994" y="0"/>
                  </a:moveTo>
                  <a:lnTo>
                    <a:pt x="0" y="94487"/>
                  </a:lnTo>
                  <a:lnTo>
                    <a:pt x="139179" y="122580"/>
                  </a:lnTo>
                  <a:lnTo>
                    <a:pt x="105994" y="0"/>
                  </a:lnTo>
                  <a:close/>
                </a:path>
              </a:pathLst>
            </a:custGeom>
            <a:solidFill>
              <a:srgbClr val="FF0000"/>
            </a:solidFill>
          </p:spPr>
          <p:txBody>
            <a:bodyPr wrap="square" lIns="0" tIns="0" rIns="0" bIns="0" rtlCol="0"/>
            <a:lstStyle/>
            <a:p>
              <a:endParaRPr/>
            </a:p>
          </p:txBody>
        </p:sp>
        <p:sp>
          <p:nvSpPr>
            <p:cNvPr id="14" name="object 14"/>
            <p:cNvSpPr/>
            <p:nvPr/>
          </p:nvSpPr>
          <p:spPr>
            <a:xfrm>
              <a:off x="2530983" y="2482215"/>
              <a:ext cx="437515" cy="615315"/>
            </a:xfrm>
            <a:custGeom>
              <a:avLst/>
              <a:gdLst/>
              <a:ahLst/>
              <a:cxnLst/>
              <a:rect l="l" t="t" r="r" b="b"/>
              <a:pathLst>
                <a:path w="437514" h="615314">
                  <a:moveTo>
                    <a:pt x="0" y="0"/>
                  </a:moveTo>
                  <a:lnTo>
                    <a:pt x="437146" y="614730"/>
                  </a:lnTo>
                </a:path>
              </a:pathLst>
            </a:custGeom>
            <a:ln w="25146">
              <a:solidFill>
                <a:srgbClr val="FF0000"/>
              </a:solidFill>
            </a:ln>
          </p:spPr>
          <p:txBody>
            <a:bodyPr wrap="square" lIns="0" tIns="0" rIns="0" bIns="0" rtlCol="0"/>
            <a:lstStyle/>
            <a:p>
              <a:endParaRPr/>
            </a:p>
          </p:txBody>
        </p:sp>
        <p:sp>
          <p:nvSpPr>
            <p:cNvPr id="15" name="object 15"/>
            <p:cNvSpPr/>
            <p:nvPr/>
          </p:nvSpPr>
          <p:spPr>
            <a:xfrm>
              <a:off x="2909016" y="3049800"/>
              <a:ext cx="125730" cy="140335"/>
            </a:xfrm>
            <a:custGeom>
              <a:avLst/>
              <a:gdLst/>
              <a:ahLst/>
              <a:cxnLst/>
              <a:rect l="l" t="t" r="r" b="b"/>
              <a:pathLst>
                <a:path w="125730" h="140335">
                  <a:moveTo>
                    <a:pt x="103505" y="0"/>
                  </a:moveTo>
                  <a:lnTo>
                    <a:pt x="0" y="73596"/>
                  </a:lnTo>
                  <a:lnTo>
                    <a:pt x="125349" y="140296"/>
                  </a:lnTo>
                  <a:lnTo>
                    <a:pt x="103505" y="0"/>
                  </a:lnTo>
                  <a:close/>
                </a:path>
              </a:pathLst>
            </a:custGeom>
            <a:solidFill>
              <a:srgbClr val="FF0000"/>
            </a:solidFill>
          </p:spPr>
          <p:txBody>
            <a:bodyPr wrap="square" lIns="0" tIns="0" rIns="0" bIns="0" rtlCol="0"/>
            <a:lstStyle/>
            <a:p>
              <a:endParaRPr/>
            </a:p>
          </p:txBody>
        </p:sp>
        <p:sp>
          <p:nvSpPr>
            <p:cNvPr id="16" name="object 16"/>
            <p:cNvSpPr/>
            <p:nvPr/>
          </p:nvSpPr>
          <p:spPr>
            <a:xfrm>
              <a:off x="5155990" y="4826416"/>
              <a:ext cx="1372870" cy="841375"/>
            </a:xfrm>
            <a:custGeom>
              <a:avLst/>
              <a:gdLst/>
              <a:ahLst/>
              <a:cxnLst/>
              <a:rect l="l" t="t" r="r" b="b"/>
              <a:pathLst>
                <a:path w="1372870" h="841375">
                  <a:moveTo>
                    <a:pt x="1372857" y="841247"/>
                  </a:moveTo>
                  <a:lnTo>
                    <a:pt x="0" y="0"/>
                  </a:lnTo>
                </a:path>
              </a:pathLst>
            </a:custGeom>
            <a:ln w="25146">
              <a:solidFill>
                <a:srgbClr val="FF0000"/>
              </a:solidFill>
            </a:ln>
          </p:spPr>
          <p:txBody>
            <a:bodyPr wrap="square" lIns="0" tIns="0" rIns="0" bIns="0" rtlCol="0"/>
            <a:lstStyle/>
            <a:p>
              <a:endParaRPr/>
            </a:p>
          </p:txBody>
        </p:sp>
        <p:sp>
          <p:nvSpPr>
            <p:cNvPr id="17" name="object 17"/>
            <p:cNvSpPr/>
            <p:nvPr/>
          </p:nvSpPr>
          <p:spPr>
            <a:xfrm>
              <a:off x="5058531" y="4766696"/>
              <a:ext cx="141605" cy="120650"/>
            </a:xfrm>
            <a:custGeom>
              <a:avLst/>
              <a:gdLst/>
              <a:ahLst/>
              <a:cxnLst/>
              <a:rect l="l" t="t" r="r" b="b"/>
              <a:pathLst>
                <a:path w="141604" h="120650">
                  <a:moveTo>
                    <a:pt x="0" y="0"/>
                  </a:moveTo>
                  <a:lnTo>
                    <a:pt x="75107" y="120497"/>
                  </a:lnTo>
                  <a:lnTo>
                    <a:pt x="141465" y="12217"/>
                  </a:lnTo>
                  <a:lnTo>
                    <a:pt x="0" y="0"/>
                  </a:lnTo>
                  <a:close/>
                </a:path>
              </a:pathLst>
            </a:custGeom>
            <a:solidFill>
              <a:srgbClr val="FF0000"/>
            </a:solidFill>
          </p:spPr>
          <p:txBody>
            <a:bodyPr wrap="square" lIns="0" tIns="0" rIns="0" bIns="0" rtlCol="0"/>
            <a:lstStyle/>
            <a:p>
              <a:endParaRPr/>
            </a:p>
          </p:txBody>
        </p:sp>
        <p:sp>
          <p:nvSpPr>
            <p:cNvPr id="18" name="object 18"/>
            <p:cNvSpPr/>
            <p:nvPr/>
          </p:nvSpPr>
          <p:spPr>
            <a:xfrm>
              <a:off x="6528435" y="4134824"/>
              <a:ext cx="83820" cy="1532890"/>
            </a:xfrm>
            <a:custGeom>
              <a:avLst/>
              <a:gdLst/>
              <a:ahLst/>
              <a:cxnLst/>
              <a:rect l="l" t="t" r="r" b="b"/>
              <a:pathLst>
                <a:path w="83820" h="1532889">
                  <a:moveTo>
                    <a:pt x="0" y="1532699"/>
                  </a:moveTo>
                  <a:lnTo>
                    <a:pt x="83273" y="0"/>
                  </a:lnTo>
                </a:path>
              </a:pathLst>
            </a:custGeom>
            <a:ln w="25146">
              <a:solidFill>
                <a:srgbClr val="FF0000"/>
              </a:solidFill>
            </a:ln>
          </p:spPr>
          <p:txBody>
            <a:bodyPr wrap="square" lIns="0" tIns="0" rIns="0" bIns="0" rtlCol="0"/>
            <a:lstStyle/>
            <a:p>
              <a:endParaRPr/>
            </a:p>
          </p:txBody>
        </p:sp>
        <p:sp>
          <p:nvSpPr>
            <p:cNvPr id="19" name="object 19"/>
            <p:cNvSpPr/>
            <p:nvPr/>
          </p:nvSpPr>
          <p:spPr>
            <a:xfrm>
              <a:off x="6547626" y="4020696"/>
              <a:ext cx="127000" cy="130810"/>
            </a:xfrm>
            <a:custGeom>
              <a:avLst/>
              <a:gdLst/>
              <a:ahLst/>
              <a:cxnLst/>
              <a:rect l="l" t="t" r="r" b="b"/>
              <a:pathLst>
                <a:path w="127000" h="130810">
                  <a:moveTo>
                    <a:pt x="70281" y="0"/>
                  </a:moveTo>
                  <a:lnTo>
                    <a:pt x="0" y="123367"/>
                  </a:lnTo>
                  <a:lnTo>
                    <a:pt x="126809" y="130251"/>
                  </a:lnTo>
                  <a:lnTo>
                    <a:pt x="70281" y="0"/>
                  </a:lnTo>
                  <a:close/>
                </a:path>
              </a:pathLst>
            </a:custGeom>
            <a:solidFill>
              <a:srgbClr val="FF0000"/>
            </a:solidFill>
          </p:spPr>
          <p:txBody>
            <a:bodyPr wrap="square" lIns="0" tIns="0" rIns="0" bIns="0" rtlCol="0"/>
            <a:lstStyle/>
            <a:p>
              <a:endParaRPr/>
            </a:p>
          </p:txBody>
        </p:sp>
      </p:grpSp>
      <p:sp>
        <p:nvSpPr>
          <p:cNvPr id="20" name="object 20"/>
          <p:cNvSpPr txBox="1"/>
          <p:nvPr/>
        </p:nvSpPr>
        <p:spPr>
          <a:xfrm>
            <a:off x="1402408" y="5683956"/>
            <a:ext cx="3031490" cy="635000"/>
          </a:xfrm>
          <a:prstGeom prst="rect">
            <a:avLst/>
          </a:prstGeom>
        </p:spPr>
        <p:txBody>
          <a:bodyPr vert="horz" wrap="square" lIns="0" tIns="12065" rIns="0" bIns="0" rtlCol="0">
            <a:spAutoFit/>
          </a:bodyPr>
          <a:lstStyle/>
          <a:p>
            <a:pPr marL="536575" marR="5080" indent="-524510">
              <a:lnSpc>
                <a:spcPct val="100000"/>
              </a:lnSpc>
              <a:spcBef>
                <a:spcPts val="95"/>
              </a:spcBef>
            </a:pPr>
            <a:r>
              <a:rPr sz="2000" spc="-5" dirty="0">
                <a:latin typeface="Calibri"/>
                <a:cs typeface="Calibri"/>
              </a:rPr>
              <a:t>The</a:t>
            </a:r>
            <a:r>
              <a:rPr sz="2000" dirty="0">
                <a:latin typeface="Calibri"/>
                <a:cs typeface="Calibri"/>
              </a:rPr>
              <a:t> </a:t>
            </a:r>
            <a:r>
              <a:rPr sz="2000" spc="-5" dirty="0">
                <a:latin typeface="Calibri"/>
                <a:cs typeface="Calibri"/>
              </a:rPr>
              <a:t>function</a:t>
            </a:r>
            <a:r>
              <a:rPr sz="2000" spc="10" dirty="0">
                <a:latin typeface="Calibri"/>
                <a:cs typeface="Calibri"/>
              </a:rPr>
              <a:t> </a:t>
            </a:r>
            <a:r>
              <a:rPr sz="2000" spc="-5" dirty="0">
                <a:latin typeface="Calibri"/>
                <a:cs typeface="Calibri"/>
              </a:rPr>
              <a:t>is</a:t>
            </a:r>
            <a:r>
              <a:rPr sz="2000" spc="5" dirty="0">
                <a:latin typeface="Calibri"/>
                <a:cs typeface="Calibri"/>
              </a:rPr>
              <a:t> </a:t>
            </a:r>
            <a:r>
              <a:rPr sz="2000" b="1" spc="-20" dirty="0">
                <a:solidFill>
                  <a:srgbClr val="C00000"/>
                </a:solidFill>
                <a:latin typeface="Calibri"/>
                <a:cs typeface="Calibri"/>
              </a:rPr>
              <a:t>executed</a:t>
            </a:r>
            <a:r>
              <a:rPr sz="2000" b="1" spc="15" dirty="0">
                <a:solidFill>
                  <a:srgbClr val="C00000"/>
                </a:solidFill>
                <a:latin typeface="Calibri"/>
                <a:cs typeface="Calibri"/>
              </a:rPr>
              <a:t> </a:t>
            </a:r>
            <a:r>
              <a:rPr sz="2000" spc="-5" dirty="0">
                <a:latin typeface="Calibri"/>
                <a:cs typeface="Calibri"/>
              </a:rPr>
              <a:t>as</a:t>
            </a:r>
            <a:r>
              <a:rPr sz="2000" dirty="0">
                <a:latin typeface="Calibri"/>
                <a:cs typeface="Calibri"/>
              </a:rPr>
              <a:t> </a:t>
            </a:r>
            <a:r>
              <a:rPr sz="2000" spc="-10" dirty="0">
                <a:latin typeface="Calibri"/>
                <a:cs typeface="Calibri"/>
              </a:rPr>
              <a:t>if </a:t>
            </a:r>
            <a:r>
              <a:rPr sz="2000" spc="-434" dirty="0">
                <a:latin typeface="Calibri"/>
                <a:cs typeface="Calibri"/>
              </a:rPr>
              <a:t> </a:t>
            </a:r>
            <a:r>
              <a:rPr sz="2000" spc="-5" dirty="0">
                <a:latin typeface="Calibri"/>
                <a:cs typeface="Calibri"/>
              </a:rPr>
              <a:t>it</a:t>
            </a:r>
            <a:r>
              <a:rPr sz="2000" dirty="0">
                <a:latin typeface="Calibri"/>
                <a:cs typeface="Calibri"/>
              </a:rPr>
              <a:t> </a:t>
            </a:r>
            <a:r>
              <a:rPr sz="2000" spc="-10" dirty="0">
                <a:latin typeface="Calibri"/>
                <a:cs typeface="Calibri"/>
              </a:rPr>
              <a:t>was</a:t>
            </a:r>
            <a:r>
              <a:rPr sz="2000" spc="-5" dirty="0">
                <a:latin typeface="Calibri"/>
                <a:cs typeface="Calibri"/>
              </a:rPr>
              <a:t> an</a:t>
            </a:r>
            <a:r>
              <a:rPr sz="2000" spc="-10" dirty="0">
                <a:latin typeface="Calibri"/>
                <a:cs typeface="Calibri"/>
              </a:rPr>
              <a:t> </a:t>
            </a:r>
            <a:r>
              <a:rPr sz="2000" spc="-5" dirty="0">
                <a:latin typeface="Calibri"/>
                <a:cs typeface="Calibri"/>
              </a:rPr>
              <a:t>HTML</a:t>
            </a:r>
            <a:r>
              <a:rPr sz="2000" dirty="0">
                <a:latin typeface="Calibri"/>
                <a:cs typeface="Calibri"/>
              </a:rPr>
              <a:t> </a:t>
            </a:r>
            <a:r>
              <a:rPr sz="2000" spc="-10" dirty="0">
                <a:latin typeface="Calibri"/>
                <a:cs typeface="Calibri"/>
              </a:rPr>
              <a:t>tag</a:t>
            </a:r>
            <a:endParaRPr sz="2000">
              <a:latin typeface="Calibri"/>
              <a:cs typeface="Calibri"/>
            </a:endParaRPr>
          </a:p>
        </p:txBody>
      </p:sp>
      <p:sp>
        <p:nvSpPr>
          <p:cNvPr id="21" name="object 21"/>
          <p:cNvSpPr txBox="1"/>
          <p:nvPr/>
        </p:nvSpPr>
        <p:spPr>
          <a:xfrm>
            <a:off x="9850339" y="3022113"/>
            <a:ext cx="1492885" cy="635000"/>
          </a:xfrm>
          <a:prstGeom prst="rect">
            <a:avLst/>
          </a:prstGeom>
        </p:spPr>
        <p:txBody>
          <a:bodyPr vert="horz" wrap="square" lIns="0" tIns="12065" rIns="0" bIns="0" rtlCol="0">
            <a:spAutoFit/>
          </a:bodyPr>
          <a:lstStyle/>
          <a:p>
            <a:pPr marL="12700" marR="5080" indent="81280">
              <a:lnSpc>
                <a:spcPct val="100000"/>
              </a:lnSpc>
              <a:spcBef>
                <a:spcPts val="95"/>
              </a:spcBef>
            </a:pPr>
            <a:r>
              <a:rPr sz="2000" spc="-5" dirty="0">
                <a:latin typeface="Calibri"/>
                <a:cs typeface="Calibri"/>
              </a:rPr>
              <a:t>The function </a:t>
            </a:r>
            <a:r>
              <a:rPr sz="2000" dirty="0">
                <a:latin typeface="Calibri"/>
                <a:cs typeface="Calibri"/>
              </a:rPr>
              <a:t> </a:t>
            </a:r>
            <a:r>
              <a:rPr sz="2000" spc="-5" dirty="0">
                <a:latin typeface="Calibri"/>
                <a:cs typeface="Calibri"/>
              </a:rPr>
              <a:t>outputs</a:t>
            </a:r>
            <a:r>
              <a:rPr sz="2000" spc="-65" dirty="0">
                <a:latin typeface="Calibri"/>
                <a:cs typeface="Calibri"/>
              </a:rPr>
              <a:t> </a:t>
            </a:r>
            <a:r>
              <a:rPr sz="2000" spc="-5" dirty="0">
                <a:latin typeface="Calibri"/>
                <a:cs typeface="Calibri"/>
              </a:rPr>
              <a:t>HTML</a:t>
            </a:r>
            <a:endParaRPr sz="2000">
              <a:latin typeface="Calibri"/>
              <a:cs typeface="Calibri"/>
            </a:endParaRPr>
          </a:p>
        </p:txBody>
      </p:sp>
      <p:sp>
        <p:nvSpPr>
          <p:cNvPr id="22" name="object 22"/>
          <p:cNvSpPr txBox="1"/>
          <p:nvPr/>
        </p:nvSpPr>
        <p:spPr>
          <a:xfrm>
            <a:off x="1379766" y="1790829"/>
            <a:ext cx="2301240" cy="635000"/>
          </a:xfrm>
          <a:prstGeom prst="rect">
            <a:avLst/>
          </a:prstGeom>
        </p:spPr>
        <p:txBody>
          <a:bodyPr vert="horz" wrap="square" lIns="0" tIns="12065" rIns="0" bIns="0" rtlCol="0">
            <a:spAutoFit/>
          </a:bodyPr>
          <a:lstStyle/>
          <a:p>
            <a:pPr marL="629285" marR="5080" indent="-617220">
              <a:lnSpc>
                <a:spcPct val="100000"/>
              </a:lnSpc>
              <a:spcBef>
                <a:spcPts val="95"/>
              </a:spcBef>
            </a:pPr>
            <a:r>
              <a:rPr sz="2000" spc="-5" dirty="0">
                <a:latin typeface="Calibri"/>
                <a:cs typeface="Calibri"/>
              </a:rPr>
              <a:t>The </a:t>
            </a:r>
            <a:r>
              <a:rPr sz="2000" spc="-10" dirty="0">
                <a:latin typeface="Calibri"/>
                <a:cs typeface="Calibri"/>
              </a:rPr>
              <a:t>component </a:t>
            </a:r>
            <a:r>
              <a:rPr sz="2000" spc="-5" dirty="0">
                <a:latin typeface="Calibri"/>
                <a:cs typeface="Calibri"/>
              </a:rPr>
              <a:t>is </a:t>
            </a:r>
            <a:r>
              <a:rPr sz="2000" spc="-10" dirty="0">
                <a:latin typeface="Calibri"/>
                <a:cs typeface="Calibri"/>
              </a:rPr>
              <a:t>just </a:t>
            </a:r>
            <a:r>
              <a:rPr sz="2000" spc="-440" dirty="0">
                <a:latin typeface="Calibri"/>
                <a:cs typeface="Calibri"/>
              </a:rPr>
              <a:t> </a:t>
            </a:r>
            <a:r>
              <a:rPr sz="2000" spc="-5" dirty="0">
                <a:latin typeface="Calibri"/>
                <a:cs typeface="Calibri"/>
              </a:rPr>
              <a:t>a</a:t>
            </a:r>
            <a:r>
              <a:rPr sz="2000" spc="-15" dirty="0">
                <a:latin typeface="Calibri"/>
                <a:cs typeface="Calibri"/>
              </a:rPr>
              <a:t> </a:t>
            </a:r>
            <a:r>
              <a:rPr sz="2000" spc="-5" dirty="0">
                <a:latin typeface="Calibri"/>
                <a:cs typeface="Calibri"/>
              </a:rPr>
              <a:t>function</a:t>
            </a:r>
            <a:endParaRPr sz="2000">
              <a:latin typeface="Calibri"/>
              <a:cs typeface="Calibri"/>
            </a:endParaRPr>
          </a:p>
        </p:txBody>
      </p:sp>
      <p:sp>
        <p:nvSpPr>
          <p:cNvPr id="23" name="object 23"/>
          <p:cNvSpPr txBox="1"/>
          <p:nvPr/>
        </p:nvSpPr>
        <p:spPr>
          <a:xfrm>
            <a:off x="5220022" y="5683956"/>
            <a:ext cx="2616200" cy="635000"/>
          </a:xfrm>
          <a:prstGeom prst="rect">
            <a:avLst/>
          </a:prstGeom>
        </p:spPr>
        <p:txBody>
          <a:bodyPr vert="horz" wrap="square" lIns="0" tIns="12065" rIns="0" bIns="0" rtlCol="0">
            <a:spAutoFit/>
          </a:bodyPr>
          <a:lstStyle/>
          <a:p>
            <a:pPr marL="332105" marR="5080" indent="-320040">
              <a:lnSpc>
                <a:spcPct val="100000"/>
              </a:lnSpc>
              <a:spcBef>
                <a:spcPts val="95"/>
              </a:spcBef>
            </a:pPr>
            <a:r>
              <a:rPr sz="2000" spc="-20" dirty="0">
                <a:latin typeface="Calibri"/>
                <a:cs typeface="Calibri"/>
              </a:rPr>
              <a:t>Parameters</a:t>
            </a:r>
            <a:r>
              <a:rPr sz="2000" spc="10" dirty="0">
                <a:latin typeface="Calibri"/>
                <a:cs typeface="Calibri"/>
              </a:rPr>
              <a:t> </a:t>
            </a:r>
            <a:r>
              <a:rPr sz="2000" spc="-10" dirty="0">
                <a:latin typeface="Calibri"/>
                <a:cs typeface="Calibri"/>
              </a:rPr>
              <a:t>are </a:t>
            </a:r>
            <a:r>
              <a:rPr sz="2000" spc="-5" dirty="0">
                <a:latin typeface="Calibri"/>
                <a:cs typeface="Calibri"/>
              </a:rPr>
              <a:t>passed</a:t>
            </a:r>
            <a:r>
              <a:rPr sz="2000" spc="5" dirty="0">
                <a:latin typeface="Calibri"/>
                <a:cs typeface="Calibri"/>
              </a:rPr>
              <a:t> </a:t>
            </a:r>
            <a:r>
              <a:rPr sz="2000" spc="-10" dirty="0">
                <a:latin typeface="Calibri"/>
                <a:cs typeface="Calibri"/>
              </a:rPr>
              <a:t>in </a:t>
            </a:r>
            <a:r>
              <a:rPr sz="2000" spc="-434" dirty="0">
                <a:latin typeface="Calibri"/>
                <a:cs typeface="Calibri"/>
              </a:rPr>
              <a:t> </a:t>
            </a:r>
            <a:r>
              <a:rPr sz="2000" spc="-5" dirty="0">
                <a:latin typeface="Calibri"/>
                <a:cs typeface="Calibri"/>
              </a:rPr>
              <a:t>as HTML </a:t>
            </a:r>
            <a:r>
              <a:rPr sz="2000" spc="-10" dirty="0">
                <a:latin typeface="Calibri"/>
                <a:cs typeface="Calibri"/>
              </a:rPr>
              <a:t>attributes</a:t>
            </a:r>
            <a:endParaRPr sz="2000">
              <a:latin typeface="Calibri"/>
              <a:cs typeface="Calibri"/>
            </a:endParaRPr>
          </a:p>
        </p:txBody>
      </p:sp>
    </p:spTree>
    <p:extLst>
      <p:ext uri="{BB962C8B-B14F-4D97-AF65-F5344CB8AC3E}">
        <p14:creationId xmlns:p14="http://schemas.microsoft.com/office/powerpoint/2010/main" val="569883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0584"/>
            <a:ext cx="3717925" cy="695960"/>
          </a:xfrm>
          <a:prstGeom prst="rect">
            <a:avLst/>
          </a:prstGeom>
        </p:spPr>
        <p:txBody>
          <a:bodyPr vert="horz" wrap="square" lIns="0" tIns="12065" rIns="0" bIns="0" rtlCol="0">
            <a:spAutoFit/>
          </a:bodyPr>
          <a:lstStyle/>
          <a:p>
            <a:pPr marL="12700">
              <a:lnSpc>
                <a:spcPct val="100000"/>
              </a:lnSpc>
              <a:spcBef>
                <a:spcPts val="95"/>
              </a:spcBef>
            </a:pPr>
            <a:r>
              <a:rPr spc="-105" dirty="0">
                <a:solidFill>
                  <a:srgbClr val="44536A"/>
                </a:solidFill>
                <a:latin typeface="Calibri Light"/>
                <a:cs typeface="Calibri Light"/>
              </a:rPr>
              <a:t>Todo</a:t>
            </a:r>
            <a:r>
              <a:rPr spc="-50" dirty="0">
                <a:solidFill>
                  <a:srgbClr val="44536A"/>
                </a:solidFill>
                <a:latin typeface="Calibri Light"/>
                <a:cs typeface="Calibri Light"/>
              </a:rPr>
              <a:t> </a:t>
            </a:r>
            <a:r>
              <a:rPr spc="-10" dirty="0">
                <a:solidFill>
                  <a:srgbClr val="44536A"/>
                </a:solidFill>
                <a:latin typeface="Calibri Light"/>
                <a:cs typeface="Calibri Light"/>
              </a:rPr>
              <a:t>application</a:t>
            </a:r>
          </a:p>
        </p:txBody>
      </p:sp>
      <p:grpSp>
        <p:nvGrpSpPr>
          <p:cNvPr id="3" name="object 3"/>
          <p:cNvGrpSpPr/>
          <p:nvPr/>
        </p:nvGrpSpPr>
        <p:grpSpPr>
          <a:xfrm>
            <a:off x="6592061" y="593551"/>
            <a:ext cx="4162425" cy="5740400"/>
            <a:chOff x="6592061" y="593551"/>
            <a:chExt cx="4162425" cy="5740400"/>
          </a:xfrm>
        </p:grpSpPr>
        <p:pic>
          <p:nvPicPr>
            <p:cNvPr id="4" name="object 4"/>
            <p:cNvPicPr/>
            <p:nvPr/>
          </p:nvPicPr>
          <p:blipFill>
            <a:blip r:embed="rId2" cstate="print"/>
            <a:stretch>
              <a:fillRect/>
            </a:stretch>
          </p:blipFill>
          <p:spPr>
            <a:xfrm>
              <a:off x="8090412" y="593551"/>
              <a:ext cx="2663612" cy="5740199"/>
            </a:xfrm>
            <a:prstGeom prst="rect">
              <a:avLst/>
            </a:prstGeom>
          </p:spPr>
        </p:pic>
        <p:sp>
          <p:nvSpPr>
            <p:cNvPr id="5" name="object 5"/>
            <p:cNvSpPr/>
            <p:nvPr/>
          </p:nvSpPr>
          <p:spPr>
            <a:xfrm>
              <a:off x="6604634" y="850282"/>
              <a:ext cx="1404620" cy="732155"/>
            </a:xfrm>
            <a:custGeom>
              <a:avLst/>
              <a:gdLst/>
              <a:ahLst/>
              <a:cxnLst/>
              <a:rect l="l" t="t" r="r" b="b"/>
              <a:pathLst>
                <a:path w="1404620" h="732155">
                  <a:moveTo>
                    <a:pt x="0" y="732154"/>
                  </a:moveTo>
                  <a:lnTo>
                    <a:pt x="1404175" y="0"/>
                  </a:lnTo>
                </a:path>
              </a:pathLst>
            </a:custGeom>
            <a:ln w="25145">
              <a:solidFill>
                <a:srgbClr val="256C00"/>
              </a:solidFill>
            </a:ln>
          </p:spPr>
          <p:txBody>
            <a:bodyPr wrap="square" lIns="0" tIns="0" rIns="0" bIns="0" rtlCol="0"/>
            <a:lstStyle/>
            <a:p>
              <a:endParaRPr/>
            </a:p>
          </p:txBody>
        </p:sp>
        <p:sp>
          <p:nvSpPr>
            <p:cNvPr id="6" name="object 6"/>
            <p:cNvSpPr/>
            <p:nvPr/>
          </p:nvSpPr>
          <p:spPr>
            <a:xfrm>
              <a:off x="7968189" y="797435"/>
              <a:ext cx="142240" cy="115570"/>
            </a:xfrm>
            <a:custGeom>
              <a:avLst/>
              <a:gdLst/>
              <a:ahLst/>
              <a:cxnLst/>
              <a:rect l="l" t="t" r="r" b="b"/>
              <a:pathLst>
                <a:path w="142240" h="115569">
                  <a:moveTo>
                    <a:pt x="141973" y="0"/>
                  </a:moveTo>
                  <a:lnTo>
                    <a:pt x="0" y="2413"/>
                  </a:lnTo>
                  <a:lnTo>
                    <a:pt x="58724" y="115023"/>
                  </a:lnTo>
                  <a:lnTo>
                    <a:pt x="141973" y="0"/>
                  </a:lnTo>
                  <a:close/>
                </a:path>
              </a:pathLst>
            </a:custGeom>
            <a:solidFill>
              <a:srgbClr val="256C00"/>
            </a:solidFill>
          </p:spPr>
          <p:txBody>
            <a:bodyPr wrap="square" lIns="0" tIns="0" rIns="0" bIns="0" rtlCol="0"/>
            <a:lstStyle/>
            <a:p>
              <a:endParaRPr/>
            </a:p>
          </p:txBody>
        </p:sp>
        <p:sp>
          <p:nvSpPr>
            <p:cNvPr id="7" name="object 7"/>
            <p:cNvSpPr/>
            <p:nvPr/>
          </p:nvSpPr>
          <p:spPr>
            <a:xfrm>
              <a:off x="6604634" y="1637511"/>
              <a:ext cx="1405255" cy="761365"/>
            </a:xfrm>
            <a:custGeom>
              <a:avLst/>
              <a:gdLst/>
              <a:ahLst/>
              <a:cxnLst/>
              <a:rect l="l" t="t" r="r" b="b"/>
              <a:pathLst>
                <a:path w="1405254" h="761364">
                  <a:moveTo>
                    <a:pt x="0" y="761276"/>
                  </a:moveTo>
                  <a:lnTo>
                    <a:pt x="1405026" y="0"/>
                  </a:lnTo>
                </a:path>
              </a:pathLst>
            </a:custGeom>
            <a:ln w="25146">
              <a:solidFill>
                <a:srgbClr val="270068"/>
              </a:solidFill>
            </a:ln>
          </p:spPr>
          <p:txBody>
            <a:bodyPr wrap="square" lIns="0" tIns="0" rIns="0" bIns="0" rtlCol="0"/>
            <a:lstStyle/>
            <a:p>
              <a:endParaRPr/>
            </a:p>
          </p:txBody>
        </p:sp>
        <p:sp>
          <p:nvSpPr>
            <p:cNvPr id="8" name="object 8"/>
            <p:cNvSpPr/>
            <p:nvPr/>
          </p:nvSpPr>
          <p:spPr>
            <a:xfrm>
              <a:off x="7968253" y="1583060"/>
              <a:ext cx="142240" cy="116839"/>
            </a:xfrm>
            <a:custGeom>
              <a:avLst/>
              <a:gdLst/>
              <a:ahLst/>
              <a:cxnLst/>
              <a:rect l="l" t="t" r="r" b="b"/>
              <a:pathLst>
                <a:path w="142240" h="116839">
                  <a:moveTo>
                    <a:pt x="141909" y="0"/>
                  </a:moveTo>
                  <a:lnTo>
                    <a:pt x="0" y="4673"/>
                  </a:lnTo>
                  <a:lnTo>
                    <a:pt x="60502" y="116332"/>
                  </a:lnTo>
                  <a:lnTo>
                    <a:pt x="141909" y="0"/>
                  </a:lnTo>
                  <a:close/>
                </a:path>
              </a:pathLst>
            </a:custGeom>
            <a:solidFill>
              <a:srgbClr val="270068"/>
            </a:solidFill>
          </p:spPr>
          <p:txBody>
            <a:bodyPr wrap="square" lIns="0" tIns="0" rIns="0" bIns="0" rtlCol="0"/>
            <a:lstStyle/>
            <a:p>
              <a:endParaRPr/>
            </a:p>
          </p:txBody>
        </p:sp>
        <p:sp>
          <p:nvSpPr>
            <p:cNvPr id="9" name="object 9"/>
            <p:cNvSpPr/>
            <p:nvPr/>
          </p:nvSpPr>
          <p:spPr>
            <a:xfrm>
              <a:off x="6604634" y="3020098"/>
              <a:ext cx="1413510" cy="1040130"/>
            </a:xfrm>
            <a:custGeom>
              <a:avLst/>
              <a:gdLst/>
              <a:ahLst/>
              <a:cxnLst/>
              <a:rect l="l" t="t" r="r" b="b"/>
              <a:pathLst>
                <a:path w="1413509" h="1040129">
                  <a:moveTo>
                    <a:pt x="0" y="1039774"/>
                  </a:moveTo>
                  <a:lnTo>
                    <a:pt x="1413459" y="0"/>
                  </a:lnTo>
                </a:path>
              </a:pathLst>
            </a:custGeom>
            <a:ln w="25146">
              <a:solidFill>
                <a:srgbClr val="BC0B14"/>
              </a:solidFill>
            </a:ln>
          </p:spPr>
          <p:txBody>
            <a:bodyPr wrap="square" lIns="0" tIns="0" rIns="0" bIns="0" rtlCol="0"/>
            <a:lstStyle/>
            <a:p>
              <a:endParaRPr/>
            </a:p>
          </p:txBody>
        </p:sp>
        <p:sp>
          <p:nvSpPr>
            <p:cNvPr id="10" name="object 10"/>
            <p:cNvSpPr/>
            <p:nvPr/>
          </p:nvSpPr>
          <p:spPr>
            <a:xfrm>
              <a:off x="7970234" y="2952375"/>
              <a:ext cx="140335" cy="127000"/>
            </a:xfrm>
            <a:custGeom>
              <a:avLst/>
              <a:gdLst/>
              <a:ahLst/>
              <a:cxnLst/>
              <a:rect l="l" t="t" r="r" b="b"/>
              <a:pathLst>
                <a:path w="140334" h="127000">
                  <a:moveTo>
                    <a:pt x="139928" y="0"/>
                  </a:moveTo>
                  <a:lnTo>
                    <a:pt x="0" y="24104"/>
                  </a:lnTo>
                  <a:lnTo>
                    <a:pt x="75260" y="126403"/>
                  </a:lnTo>
                  <a:lnTo>
                    <a:pt x="139928" y="0"/>
                  </a:lnTo>
                  <a:close/>
                </a:path>
              </a:pathLst>
            </a:custGeom>
            <a:solidFill>
              <a:srgbClr val="BC0B14"/>
            </a:solidFill>
          </p:spPr>
          <p:txBody>
            <a:bodyPr wrap="square" lIns="0" tIns="0" rIns="0" bIns="0" rtlCol="0"/>
            <a:lstStyle/>
            <a:p>
              <a:endParaRPr/>
            </a:p>
          </p:txBody>
        </p:sp>
        <p:sp>
          <p:nvSpPr>
            <p:cNvPr id="11" name="object 11"/>
            <p:cNvSpPr/>
            <p:nvPr/>
          </p:nvSpPr>
          <p:spPr>
            <a:xfrm>
              <a:off x="6604634" y="4543301"/>
              <a:ext cx="1502410" cy="640715"/>
            </a:xfrm>
            <a:custGeom>
              <a:avLst/>
              <a:gdLst/>
              <a:ahLst/>
              <a:cxnLst/>
              <a:rect l="l" t="t" r="r" b="b"/>
              <a:pathLst>
                <a:path w="1502409" h="640714">
                  <a:moveTo>
                    <a:pt x="0" y="640435"/>
                  </a:moveTo>
                  <a:lnTo>
                    <a:pt x="1501990" y="0"/>
                  </a:lnTo>
                </a:path>
              </a:pathLst>
            </a:custGeom>
            <a:ln w="25146">
              <a:solidFill>
                <a:srgbClr val="666666"/>
              </a:solidFill>
            </a:ln>
          </p:spPr>
          <p:txBody>
            <a:bodyPr wrap="square" lIns="0" tIns="0" rIns="0" bIns="0" rtlCol="0"/>
            <a:lstStyle/>
            <a:p>
              <a:endParaRPr/>
            </a:p>
          </p:txBody>
        </p:sp>
        <p:sp>
          <p:nvSpPr>
            <p:cNvPr id="12" name="object 12"/>
            <p:cNvSpPr/>
            <p:nvPr/>
          </p:nvSpPr>
          <p:spPr>
            <a:xfrm>
              <a:off x="8070028" y="4489867"/>
              <a:ext cx="142240" cy="116839"/>
            </a:xfrm>
            <a:custGeom>
              <a:avLst/>
              <a:gdLst/>
              <a:ahLst/>
              <a:cxnLst/>
              <a:rect l="l" t="t" r="r" b="b"/>
              <a:pathLst>
                <a:path w="142240" h="116839">
                  <a:moveTo>
                    <a:pt x="0" y="0"/>
                  </a:moveTo>
                  <a:lnTo>
                    <a:pt x="49822" y="116827"/>
                  </a:lnTo>
                  <a:lnTo>
                    <a:pt x="141732" y="8597"/>
                  </a:lnTo>
                  <a:lnTo>
                    <a:pt x="0" y="0"/>
                  </a:lnTo>
                  <a:close/>
                </a:path>
              </a:pathLst>
            </a:custGeom>
            <a:solidFill>
              <a:srgbClr val="666666"/>
            </a:solidFill>
          </p:spPr>
          <p:txBody>
            <a:bodyPr wrap="square" lIns="0" tIns="0" rIns="0" bIns="0" rtlCol="0"/>
            <a:lstStyle/>
            <a:p>
              <a:endParaRPr/>
            </a:p>
          </p:txBody>
        </p:sp>
        <p:sp>
          <p:nvSpPr>
            <p:cNvPr id="13" name="object 13"/>
            <p:cNvSpPr/>
            <p:nvPr/>
          </p:nvSpPr>
          <p:spPr>
            <a:xfrm>
              <a:off x="6604634" y="4997975"/>
              <a:ext cx="1494155" cy="186055"/>
            </a:xfrm>
            <a:custGeom>
              <a:avLst/>
              <a:gdLst/>
              <a:ahLst/>
              <a:cxnLst/>
              <a:rect l="l" t="t" r="r" b="b"/>
              <a:pathLst>
                <a:path w="1494154" h="186054">
                  <a:moveTo>
                    <a:pt x="0" y="185940"/>
                  </a:moveTo>
                  <a:lnTo>
                    <a:pt x="1493697" y="0"/>
                  </a:lnTo>
                </a:path>
              </a:pathLst>
            </a:custGeom>
            <a:ln w="25146">
              <a:solidFill>
                <a:srgbClr val="666666"/>
              </a:solidFill>
            </a:ln>
          </p:spPr>
          <p:txBody>
            <a:bodyPr wrap="square" lIns="0" tIns="0" rIns="0" bIns="0" rtlCol="0"/>
            <a:lstStyle/>
            <a:p>
              <a:endParaRPr/>
            </a:p>
          </p:txBody>
        </p:sp>
        <p:sp>
          <p:nvSpPr>
            <p:cNvPr id="14" name="object 14"/>
            <p:cNvSpPr/>
            <p:nvPr/>
          </p:nvSpPr>
          <p:spPr>
            <a:xfrm>
              <a:off x="8077884" y="4936545"/>
              <a:ext cx="133985" cy="126364"/>
            </a:xfrm>
            <a:custGeom>
              <a:avLst/>
              <a:gdLst/>
              <a:ahLst/>
              <a:cxnLst/>
              <a:rect l="l" t="t" r="r" b="b"/>
              <a:pathLst>
                <a:path w="133984" h="126364">
                  <a:moveTo>
                    <a:pt x="0" y="0"/>
                  </a:moveTo>
                  <a:lnTo>
                    <a:pt x="15697" y="126022"/>
                  </a:lnTo>
                  <a:lnTo>
                    <a:pt x="133870" y="47320"/>
                  </a:lnTo>
                  <a:lnTo>
                    <a:pt x="0" y="0"/>
                  </a:lnTo>
                  <a:close/>
                </a:path>
              </a:pathLst>
            </a:custGeom>
            <a:solidFill>
              <a:srgbClr val="666666"/>
            </a:solidFill>
          </p:spPr>
          <p:txBody>
            <a:bodyPr wrap="square" lIns="0" tIns="0" rIns="0" bIns="0" rtlCol="0"/>
            <a:lstStyle/>
            <a:p>
              <a:endParaRPr/>
            </a:p>
          </p:txBody>
        </p:sp>
        <p:sp>
          <p:nvSpPr>
            <p:cNvPr id="15" name="object 15"/>
            <p:cNvSpPr/>
            <p:nvPr/>
          </p:nvSpPr>
          <p:spPr>
            <a:xfrm>
              <a:off x="6604634" y="5183505"/>
              <a:ext cx="1494155" cy="186055"/>
            </a:xfrm>
            <a:custGeom>
              <a:avLst/>
              <a:gdLst/>
              <a:ahLst/>
              <a:cxnLst/>
              <a:rect l="l" t="t" r="r" b="b"/>
              <a:pathLst>
                <a:path w="1494154" h="186054">
                  <a:moveTo>
                    <a:pt x="0" y="0"/>
                  </a:moveTo>
                  <a:lnTo>
                    <a:pt x="1493697" y="185940"/>
                  </a:lnTo>
                </a:path>
              </a:pathLst>
            </a:custGeom>
            <a:ln w="25146">
              <a:solidFill>
                <a:srgbClr val="666666"/>
              </a:solidFill>
            </a:ln>
          </p:spPr>
          <p:txBody>
            <a:bodyPr wrap="square" lIns="0" tIns="0" rIns="0" bIns="0" rtlCol="0"/>
            <a:lstStyle/>
            <a:p>
              <a:endParaRPr/>
            </a:p>
          </p:txBody>
        </p:sp>
        <p:sp>
          <p:nvSpPr>
            <p:cNvPr id="16" name="object 16"/>
            <p:cNvSpPr/>
            <p:nvPr/>
          </p:nvSpPr>
          <p:spPr>
            <a:xfrm>
              <a:off x="8077884" y="5304853"/>
              <a:ext cx="133985" cy="126364"/>
            </a:xfrm>
            <a:custGeom>
              <a:avLst/>
              <a:gdLst/>
              <a:ahLst/>
              <a:cxnLst/>
              <a:rect l="l" t="t" r="r" b="b"/>
              <a:pathLst>
                <a:path w="133984" h="126364">
                  <a:moveTo>
                    <a:pt x="15697" y="0"/>
                  </a:moveTo>
                  <a:lnTo>
                    <a:pt x="0" y="126022"/>
                  </a:lnTo>
                  <a:lnTo>
                    <a:pt x="133870" y="78701"/>
                  </a:lnTo>
                  <a:lnTo>
                    <a:pt x="15697" y="0"/>
                  </a:lnTo>
                  <a:close/>
                </a:path>
              </a:pathLst>
            </a:custGeom>
            <a:solidFill>
              <a:srgbClr val="666666"/>
            </a:solidFill>
          </p:spPr>
          <p:txBody>
            <a:bodyPr wrap="square" lIns="0" tIns="0" rIns="0" bIns="0" rtlCol="0"/>
            <a:lstStyle/>
            <a:p>
              <a:endParaRPr/>
            </a:p>
          </p:txBody>
        </p:sp>
      </p:grpSp>
      <p:sp>
        <p:nvSpPr>
          <p:cNvPr id="17" name="object 17"/>
          <p:cNvSpPr txBox="1"/>
          <p:nvPr/>
        </p:nvSpPr>
        <p:spPr>
          <a:xfrm>
            <a:off x="5800575" y="1400836"/>
            <a:ext cx="7239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256C00"/>
                </a:solidFill>
                <a:latin typeface="Consolas"/>
                <a:cs typeface="Consolas"/>
              </a:rPr>
              <a:t>T</a:t>
            </a:r>
            <a:r>
              <a:rPr sz="2000" b="1" spc="-5" dirty="0">
                <a:solidFill>
                  <a:srgbClr val="256C00"/>
                </a:solidFill>
                <a:latin typeface="Consolas"/>
                <a:cs typeface="Consolas"/>
              </a:rPr>
              <a:t>i</a:t>
            </a:r>
            <a:r>
              <a:rPr sz="2000" b="1" spc="-10" dirty="0">
                <a:solidFill>
                  <a:srgbClr val="256C00"/>
                </a:solidFill>
                <a:latin typeface="Consolas"/>
                <a:cs typeface="Consolas"/>
              </a:rPr>
              <a:t>t</a:t>
            </a:r>
            <a:r>
              <a:rPr sz="2000" b="1" dirty="0">
                <a:solidFill>
                  <a:srgbClr val="256C00"/>
                </a:solidFill>
                <a:latin typeface="Consolas"/>
                <a:cs typeface="Consolas"/>
              </a:rPr>
              <a:t>l</a:t>
            </a:r>
            <a:r>
              <a:rPr sz="2000" b="1" spc="-5" dirty="0">
                <a:solidFill>
                  <a:srgbClr val="256C00"/>
                </a:solidFill>
                <a:latin typeface="Consolas"/>
                <a:cs typeface="Consolas"/>
              </a:rPr>
              <a:t>e</a:t>
            </a:r>
            <a:endParaRPr sz="2000">
              <a:latin typeface="Consolas"/>
              <a:cs typeface="Consolas"/>
            </a:endParaRPr>
          </a:p>
        </p:txBody>
      </p:sp>
      <p:sp>
        <p:nvSpPr>
          <p:cNvPr id="18" name="object 18"/>
          <p:cNvSpPr txBox="1"/>
          <p:nvPr/>
        </p:nvSpPr>
        <p:spPr>
          <a:xfrm>
            <a:off x="5381475" y="2216569"/>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5" dirty="0">
                <a:solidFill>
                  <a:srgbClr val="270068"/>
                </a:solidFill>
                <a:latin typeface="Consolas"/>
                <a:cs typeface="Consolas"/>
              </a:rPr>
              <a:t>TodoForm</a:t>
            </a:r>
            <a:endParaRPr sz="2000">
              <a:latin typeface="Consolas"/>
              <a:cs typeface="Consolas"/>
            </a:endParaRPr>
          </a:p>
        </p:txBody>
      </p:sp>
      <p:sp>
        <p:nvSpPr>
          <p:cNvPr id="19" name="object 19"/>
          <p:cNvSpPr txBox="1"/>
          <p:nvPr/>
        </p:nvSpPr>
        <p:spPr>
          <a:xfrm>
            <a:off x="916939" y="2839161"/>
            <a:ext cx="5607685" cy="1369060"/>
          </a:xfrm>
          <a:prstGeom prst="rect">
            <a:avLst/>
          </a:prstGeom>
        </p:spPr>
        <p:txBody>
          <a:bodyPr vert="horz" wrap="square" lIns="0" tIns="48260" rIns="0" bIns="0" rtlCol="0">
            <a:spAutoFit/>
          </a:bodyPr>
          <a:lstStyle/>
          <a:p>
            <a:pPr marL="12700">
              <a:lnSpc>
                <a:spcPct val="100000"/>
              </a:lnSpc>
              <a:spcBef>
                <a:spcPts val="380"/>
              </a:spcBef>
            </a:pPr>
            <a:r>
              <a:rPr sz="2800" spc="-20" dirty="0">
                <a:latin typeface="Calibri"/>
                <a:cs typeface="Calibri"/>
              </a:rPr>
              <a:t>First</a:t>
            </a:r>
            <a:r>
              <a:rPr sz="2800" spc="-40" dirty="0">
                <a:latin typeface="Calibri"/>
                <a:cs typeface="Calibri"/>
              </a:rPr>
              <a:t> </a:t>
            </a:r>
            <a:r>
              <a:rPr sz="2800" spc="-15" dirty="0">
                <a:latin typeface="Calibri"/>
                <a:cs typeface="Calibri"/>
              </a:rPr>
              <a:t>step:</a:t>
            </a:r>
            <a:endParaRPr sz="2800">
              <a:latin typeface="Calibri"/>
              <a:cs typeface="Calibri"/>
            </a:endParaRPr>
          </a:p>
          <a:p>
            <a:pPr marL="927100" indent="-457200">
              <a:lnSpc>
                <a:spcPct val="100000"/>
              </a:lnSpc>
              <a:spcBef>
                <a:spcPts val="235"/>
              </a:spcBef>
              <a:buClr>
                <a:srgbClr val="C00000"/>
              </a:buClr>
              <a:buSzPct val="64583"/>
              <a:buFont typeface="Wingdings"/>
              <a:buChar char=""/>
              <a:tabLst>
                <a:tab pos="926465" algn="l"/>
                <a:tab pos="927100" algn="l"/>
              </a:tabLst>
            </a:pPr>
            <a:r>
              <a:rPr sz="2400" spc="-10" dirty="0">
                <a:latin typeface="Calibri"/>
                <a:cs typeface="Calibri"/>
              </a:rPr>
              <a:t>mockup</a:t>
            </a:r>
            <a:r>
              <a:rPr sz="2400" spc="-40" dirty="0">
                <a:latin typeface="Calibri"/>
                <a:cs typeface="Calibri"/>
              </a:rPr>
              <a:t> </a:t>
            </a:r>
            <a:r>
              <a:rPr sz="2400" dirty="0">
                <a:latin typeface="Calibri"/>
                <a:cs typeface="Calibri"/>
              </a:rPr>
              <a:t>/</a:t>
            </a:r>
            <a:r>
              <a:rPr sz="2400" spc="-35" dirty="0">
                <a:latin typeface="Calibri"/>
                <a:cs typeface="Calibri"/>
              </a:rPr>
              <a:t> </a:t>
            </a:r>
            <a:r>
              <a:rPr sz="2400" spc="-15" dirty="0">
                <a:latin typeface="Calibri"/>
                <a:cs typeface="Calibri"/>
              </a:rPr>
              <a:t>wireframe</a:t>
            </a:r>
            <a:endParaRPr sz="2400">
              <a:latin typeface="Calibri"/>
              <a:cs typeface="Calibri"/>
            </a:endParaRPr>
          </a:p>
          <a:p>
            <a:pPr marR="5080" algn="r">
              <a:lnSpc>
                <a:spcPct val="100000"/>
              </a:lnSpc>
              <a:spcBef>
                <a:spcPts val="1425"/>
              </a:spcBef>
            </a:pPr>
            <a:r>
              <a:rPr sz="2000" b="1" spc="-5" dirty="0">
                <a:solidFill>
                  <a:srgbClr val="BC0B14"/>
                </a:solidFill>
                <a:latin typeface="Consolas"/>
                <a:cs typeface="Consolas"/>
              </a:rPr>
              <a:t>TodoList</a:t>
            </a:r>
            <a:endParaRPr sz="2000">
              <a:latin typeface="Consolas"/>
              <a:cs typeface="Consolas"/>
            </a:endParaRPr>
          </a:p>
        </p:txBody>
      </p:sp>
      <p:sp>
        <p:nvSpPr>
          <p:cNvPr id="20" name="object 20"/>
          <p:cNvSpPr txBox="1"/>
          <p:nvPr/>
        </p:nvSpPr>
        <p:spPr>
          <a:xfrm>
            <a:off x="5940783" y="5001865"/>
            <a:ext cx="583565"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666666"/>
                </a:solidFill>
                <a:latin typeface="Consolas"/>
                <a:cs typeface="Consolas"/>
              </a:rPr>
              <a:t>T</a:t>
            </a:r>
            <a:r>
              <a:rPr sz="2000" b="1" spc="-5" dirty="0">
                <a:solidFill>
                  <a:srgbClr val="666666"/>
                </a:solidFill>
                <a:latin typeface="Consolas"/>
                <a:cs typeface="Consolas"/>
              </a:rPr>
              <a:t>o</a:t>
            </a:r>
            <a:r>
              <a:rPr sz="2000" b="1" spc="-10" dirty="0">
                <a:solidFill>
                  <a:srgbClr val="666666"/>
                </a:solidFill>
                <a:latin typeface="Consolas"/>
                <a:cs typeface="Consolas"/>
              </a:rPr>
              <a:t>d</a:t>
            </a:r>
            <a:r>
              <a:rPr sz="2000" b="1" spc="-5" dirty="0">
                <a:solidFill>
                  <a:srgbClr val="666666"/>
                </a:solidFill>
                <a:latin typeface="Consolas"/>
                <a:cs typeface="Consolas"/>
              </a:rPr>
              <a:t>o</a:t>
            </a:r>
            <a:endParaRPr sz="2000">
              <a:latin typeface="Consolas"/>
              <a:cs typeface="Consolas"/>
            </a:endParaRPr>
          </a:p>
        </p:txBody>
      </p:sp>
      <p:sp>
        <p:nvSpPr>
          <p:cNvPr id="21" name="object 21"/>
          <p:cNvSpPr txBox="1"/>
          <p:nvPr/>
        </p:nvSpPr>
        <p:spPr>
          <a:xfrm>
            <a:off x="916939" y="1793112"/>
            <a:ext cx="1258570"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Big</a:t>
            </a:r>
            <a:r>
              <a:rPr sz="2800" spc="-85" dirty="0">
                <a:latin typeface="Calibri"/>
                <a:cs typeface="Calibri"/>
              </a:rPr>
              <a:t> </a:t>
            </a:r>
            <a:r>
              <a:rPr sz="2800" spc="-5" dirty="0">
                <a:latin typeface="Calibri"/>
                <a:cs typeface="Calibri"/>
              </a:rPr>
              <a:t>idea:</a:t>
            </a:r>
            <a:endParaRPr sz="2800">
              <a:latin typeface="Calibri"/>
              <a:cs typeface="Calibri"/>
            </a:endParaRPr>
          </a:p>
        </p:txBody>
      </p:sp>
      <p:sp>
        <p:nvSpPr>
          <p:cNvPr id="22" name="object 22"/>
          <p:cNvSpPr txBox="1"/>
          <p:nvPr/>
        </p:nvSpPr>
        <p:spPr>
          <a:xfrm>
            <a:off x="1374139" y="2250313"/>
            <a:ext cx="2651125" cy="391160"/>
          </a:xfrm>
          <a:prstGeom prst="rect">
            <a:avLst/>
          </a:prstGeom>
        </p:spPr>
        <p:txBody>
          <a:bodyPr vert="horz" wrap="square" lIns="0" tIns="12700" rIns="0" bIns="0" rtlCol="0">
            <a:spAutoFit/>
          </a:bodyPr>
          <a:lstStyle/>
          <a:p>
            <a:pPr marL="469900" indent="-457200">
              <a:lnSpc>
                <a:spcPct val="100000"/>
              </a:lnSpc>
              <a:spcBef>
                <a:spcPts val="100"/>
              </a:spcBef>
              <a:buClr>
                <a:srgbClr val="C00000"/>
              </a:buClr>
              <a:buSzPct val="64583"/>
              <a:buFont typeface="Wingdings"/>
              <a:buChar char=""/>
              <a:tabLst>
                <a:tab pos="469265" algn="l"/>
                <a:tab pos="469900" algn="l"/>
              </a:tabLst>
            </a:pPr>
            <a:r>
              <a:rPr sz="2400" dirty="0">
                <a:latin typeface="Calibri"/>
                <a:cs typeface="Calibri"/>
              </a:rPr>
              <a:t>A</a:t>
            </a:r>
            <a:r>
              <a:rPr sz="2400" spc="-30" dirty="0">
                <a:latin typeface="Calibri"/>
                <a:cs typeface="Calibri"/>
              </a:rPr>
              <a:t> </a:t>
            </a:r>
            <a:r>
              <a:rPr sz="2400" spc="-10" dirty="0">
                <a:latin typeface="Calibri"/>
                <a:cs typeface="Calibri"/>
              </a:rPr>
              <a:t>digital</a:t>
            </a:r>
            <a:r>
              <a:rPr sz="2400" spc="-35" dirty="0">
                <a:latin typeface="Calibri"/>
                <a:cs typeface="Calibri"/>
              </a:rPr>
              <a:t> </a:t>
            </a:r>
            <a:r>
              <a:rPr sz="2400" spc="-10" dirty="0">
                <a:latin typeface="Calibri"/>
                <a:cs typeface="Calibri"/>
              </a:rPr>
              <a:t>to-do</a:t>
            </a:r>
            <a:r>
              <a:rPr sz="2400" spc="-25" dirty="0">
                <a:latin typeface="Calibri"/>
                <a:cs typeface="Calibri"/>
              </a:rPr>
              <a:t> </a:t>
            </a:r>
            <a:r>
              <a:rPr sz="2400" spc="-10" dirty="0">
                <a:latin typeface="Calibri"/>
                <a:cs typeface="Calibri"/>
              </a:rPr>
              <a:t>list</a:t>
            </a:r>
            <a:endParaRPr sz="2400">
              <a:latin typeface="Calibri"/>
              <a:cs typeface="Calibri"/>
            </a:endParaRPr>
          </a:p>
        </p:txBody>
      </p:sp>
    </p:spTree>
    <p:extLst>
      <p:ext uri="{BB962C8B-B14F-4D97-AF65-F5344CB8AC3E}">
        <p14:creationId xmlns:p14="http://schemas.microsoft.com/office/powerpoint/2010/main" val="1705888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0584"/>
            <a:ext cx="4940935" cy="69596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44536A"/>
                </a:solidFill>
                <a:latin typeface="Calibri Light"/>
                <a:cs typeface="Calibri Light"/>
              </a:rPr>
              <a:t>Component</a:t>
            </a:r>
            <a:r>
              <a:rPr spc="-65" dirty="0">
                <a:solidFill>
                  <a:srgbClr val="44536A"/>
                </a:solidFill>
                <a:latin typeface="Calibri Light"/>
                <a:cs typeface="Calibri Light"/>
              </a:rPr>
              <a:t> </a:t>
            </a:r>
            <a:r>
              <a:rPr spc="-30" dirty="0">
                <a:solidFill>
                  <a:srgbClr val="44536A"/>
                </a:solidFill>
                <a:latin typeface="Calibri Light"/>
                <a:cs typeface="Calibri Light"/>
              </a:rPr>
              <a:t>Hierarchy</a:t>
            </a:r>
          </a:p>
        </p:txBody>
      </p:sp>
      <p:grpSp>
        <p:nvGrpSpPr>
          <p:cNvPr id="3" name="object 3"/>
          <p:cNvGrpSpPr/>
          <p:nvPr/>
        </p:nvGrpSpPr>
        <p:grpSpPr>
          <a:xfrm>
            <a:off x="7204709" y="593551"/>
            <a:ext cx="4162425" cy="5740400"/>
            <a:chOff x="7204709" y="593551"/>
            <a:chExt cx="4162425" cy="5740400"/>
          </a:xfrm>
        </p:grpSpPr>
        <p:pic>
          <p:nvPicPr>
            <p:cNvPr id="4" name="object 4"/>
            <p:cNvPicPr/>
            <p:nvPr/>
          </p:nvPicPr>
          <p:blipFill>
            <a:blip r:embed="rId2" cstate="print"/>
            <a:stretch>
              <a:fillRect/>
            </a:stretch>
          </p:blipFill>
          <p:spPr>
            <a:xfrm>
              <a:off x="8702348" y="593551"/>
              <a:ext cx="2664273" cy="5740199"/>
            </a:xfrm>
            <a:prstGeom prst="rect">
              <a:avLst/>
            </a:prstGeom>
          </p:spPr>
        </p:pic>
        <p:sp>
          <p:nvSpPr>
            <p:cNvPr id="5" name="object 5"/>
            <p:cNvSpPr/>
            <p:nvPr/>
          </p:nvSpPr>
          <p:spPr>
            <a:xfrm>
              <a:off x="7217282" y="850282"/>
              <a:ext cx="1404620" cy="732155"/>
            </a:xfrm>
            <a:custGeom>
              <a:avLst/>
              <a:gdLst/>
              <a:ahLst/>
              <a:cxnLst/>
              <a:rect l="l" t="t" r="r" b="b"/>
              <a:pathLst>
                <a:path w="1404620" h="732155">
                  <a:moveTo>
                    <a:pt x="0" y="732154"/>
                  </a:moveTo>
                  <a:lnTo>
                    <a:pt x="1404175" y="0"/>
                  </a:lnTo>
                </a:path>
              </a:pathLst>
            </a:custGeom>
            <a:ln w="25145">
              <a:solidFill>
                <a:srgbClr val="256C00"/>
              </a:solidFill>
            </a:ln>
          </p:spPr>
          <p:txBody>
            <a:bodyPr wrap="square" lIns="0" tIns="0" rIns="0" bIns="0" rtlCol="0"/>
            <a:lstStyle/>
            <a:p>
              <a:endParaRPr/>
            </a:p>
          </p:txBody>
        </p:sp>
        <p:sp>
          <p:nvSpPr>
            <p:cNvPr id="6" name="object 6"/>
            <p:cNvSpPr/>
            <p:nvPr/>
          </p:nvSpPr>
          <p:spPr>
            <a:xfrm>
              <a:off x="8580837" y="797435"/>
              <a:ext cx="142240" cy="115570"/>
            </a:xfrm>
            <a:custGeom>
              <a:avLst/>
              <a:gdLst/>
              <a:ahLst/>
              <a:cxnLst/>
              <a:rect l="l" t="t" r="r" b="b"/>
              <a:pathLst>
                <a:path w="142240" h="115569">
                  <a:moveTo>
                    <a:pt x="141973" y="0"/>
                  </a:moveTo>
                  <a:lnTo>
                    <a:pt x="0" y="2413"/>
                  </a:lnTo>
                  <a:lnTo>
                    <a:pt x="58724" y="115023"/>
                  </a:lnTo>
                  <a:lnTo>
                    <a:pt x="141973" y="0"/>
                  </a:lnTo>
                  <a:close/>
                </a:path>
              </a:pathLst>
            </a:custGeom>
            <a:solidFill>
              <a:srgbClr val="256C00"/>
            </a:solidFill>
          </p:spPr>
          <p:txBody>
            <a:bodyPr wrap="square" lIns="0" tIns="0" rIns="0" bIns="0" rtlCol="0"/>
            <a:lstStyle/>
            <a:p>
              <a:endParaRPr/>
            </a:p>
          </p:txBody>
        </p:sp>
        <p:sp>
          <p:nvSpPr>
            <p:cNvPr id="7" name="object 7"/>
            <p:cNvSpPr/>
            <p:nvPr/>
          </p:nvSpPr>
          <p:spPr>
            <a:xfrm>
              <a:off x="7217282" y="1637511"/>
              <a:ext cx="1405255" cy="761365"/>
            </a:xfrm>
            <a:custGeom>
              <a:avLst/>
              <a:gdLst/>
              <a:ahLst/>
              <a:cxnLst/>
              <a:rect l="l" t="t" r="r" b="b"/>
              <a:pathLst>
                <a:path w="1405254" h="761364">
                  <a:moveTo>
                    <a:pt x="0" y="761276"/>
                  </a:moveTo>
                  <a:lnTo>
                    <a:pt x="1405026" y="0"/>
                  </a:lnTo>
                </a:path>
              </a:pathLst>
            </a:custGeom>
            <a:ln w="25146">
              <a:solidFill>
                <a:srgbClr val="270068"/>
              </a:solidFill>
            </a:ln>
          </p:spPr>
          <p:txBody>
            <a:bodyPr wrap="square" lIns="0" tIns="0" rIns="0" bIns="0" rtlCol="0"/>
            <a:lstStyle/>
            <a:p>
              <a:endParaRPr/>
            </a:p>
          </p:txBody>
        </p:sp>
        <p:sp>
          <p:nvSpPr>
            <p:cNvPr id="8" name="object 8"/>
            <p:cNvSpPr/>
            <p:nvPr/>
          </p:nvSpPr>
          <p:spPr>
            <a:xfrm>
              <a:off x="8580900" y="1583060"/>
              <a:ext cx="142240" cy="116839"/>
            </a:xfrm>
            <a:custGeom>
              <a:avLst/>
              <a:gdLst/>
              <a:ahLst/>
              <a:cxnLst/>
              <a:rect l="l" t="t" r="r" b="b"/>
              <a:pathLst>
                <a:path w="142240" h="116839">
                  <a:moveTo>
                    <a:pt x="141909" y="0"/>
                  </a:moveTo>
                  <a:lnTo>
                    <a:pt x="0" y="4673"/>
                  </a:lnTo>
                  <a:lnTo>
                    <a:pt x="60502" y="116332"/>
                  </a:lnTo>
                  <a:lnTo>
                    <a:pt x="141909" y="0"/>
                  </a:lnTo>
                  <a:close/>
                </a:path>
              </a:pathLst>
            </a:custGeom>
            <a:solidFill>
              <a:srgbClr val="270068"/>
            </a:solidFill>
          </p:spPr>
          <p:txBody>
            <a:bodyPr wrap="square" lIns="0" tIns="0" rIns="0" bIns="0" rtlCol="0"/>
            <a:lstStyle/>
            <a:p>
              <a:endParaRPr/>
            </a:p>
          </p:txBody>
        </p:sp>
        <p:sp>
          <p:nvSpPr>
            <p:cNvPr id="9" name="object 9"/>
            <p:cNvSpPr/>
            <p:nvPr/>
          </p:nvSpPr>
          <p:spPr>
            <a:xfrm>
              <a:off x="7217282" y="3020098"/>
              <a:ext cx="1413510" cy="1040130"/>
            </a:xfrm>
            <a:custGeom>
              <a:avLst/>
              <a:gdLst/>
              <a:ahLst/>
              <a:cxnLst/>
              <a:rect l="l" t="t" r="r" b="b"/>
              <a:pathLst>
                <a:path w="1413509" h="1040129">
                  <a:moveTo>
                    <a:pt x="0" y="1039774"/>
                  </a:moveTo>
                  <a:lnTo>
                    <a:pt x="1413459" y="0"/>
                  </a:lnTo>
                </a:path>
              </a:pathLst>
            </a:custGeom>
            <a:ln w="25146">
              <a:solidFill>
                <a:srgbClr val="BC0B14"/>
              </a:solidFill>
            </a:ln>
          </p:spPr>
          <p:txBody>
            <a:bodyPr wrap="square" lIns="0" tIns="0" rIns="0" bIns="0" rtlCol="0"/>
            <a:lstStyle/>
            <a:p>
              <a:endParaRPr/>
            </a:p>
          </p:txBody>
        </p:sp>
        <p:sp>
          <p:nvSpPr>
            <p:cNvPr id="10" name="object 10"/>
            <p:cNvSpPr/>
            <p:nvPr/>
          </p:nvSpPr>
          <p:spPr>
            <a:xfrm>
              <a:off x="8582882" y="2952375"/>
              <a:ext cx="140335" cy="127000"/>
            </a:xfrm>
            <a:custGeom>
              <a:avLst/>
              <a:gdLst/>
              <a:ahLst/>
              <a:cxnLst/>
              <a:rect l="l" t="t" r="r" b="b"/>
              <a:pathLst>
                <a:path w="140334" h="127000">
                  <a:moveTo>
                    <a:pt x="139928" y="0"/>
                  </a:moveTo>
                  <a:lnTo>
                    <a:pt x="0" y="24104"/>
                  </a:lnTo>
                  <a:lnTo>
                    <a:pt x="75260" y="126403"/>
                  </a:lnTo>
                  <a:lnTo>
                    <a:pt x="139928" y="0"/>
                  </a:lnTo>
                  <a:close/>
                </a:path>
              </a:pathLst>
            </a:custGeom>
            <a:solidFill>
              <a:srgbClr val="BC0B14"/>
            </a:solidFill>
          </p:spPr>
          <p:txBody>
            <a:bodyPr wrap="square" lIns="0" tIns="0" rIns="0" bIns="0" rtlCol="0"/>
            <a:lstStyle/>
            <a:p>
              <a:endParaRPr/>
            </a:p>
          </p:txBody>
        </p:sp>
        <p:sp>
          <p:nvSpPr>
            <p:cNvPr id="11" name="object 11"/>
            <p:cNvSpPr/>
            <p:nvPr/>
          </p:nvSpPr>
          <p:spPr>
            <a:xfrm>
              <a:off x="7217282" y="4543301"/>
              <a:ext cx="1502410" cy="640715"/>
            </a:xfrm>
            <a:custGeom>
              <a:avLst/>
              <a:gdLst/>
              <a:ahLst/>
              <a:cxnLst/>
              <a:rect l="l" t="t" r="r" b="b"/>
              <a:pathLst>
                <a:path w="1502409" h="640714">
                  <a:moveTo>
                    <a:pt x="0" y="640435"/>
                  </a:moveTo>
                  <a:lnTo>
                    <a:pt x="1501990" y="0"/>
                  </a:lnTo>
                </a:path>
              </a:pathLst>
            </a:custGeom>
            <a:ln w="25146">
              <a:solidFill>
                <a:srgbClr val="666666"/>
              </a:solidFill>
            </a:ln>
          </p:spPr>
          <p:txBody>
            <a:bodyPr wrap="square" lIns="0" tIns="0" rIns="0" bIns="0" rtlCol="0"/>
            <a:lstStyle/>
            <a:p>
              <a:endParaRPr/>
            </a:p>
          </p:txBody>
        </p:sp>
        <p:sp>
          <p:nvSpPr>
            <p:cNvPr id="12" name="object 12"/>
            <p:cNvSpPr/>
            <p:nvPr/>
          </p:nvSpPr>
          <p:spPr>
            <a:xfrm>
              <a:off x="8682676" y="4489867"/>
              <a:ext cx="142240" cy="116839"/>
            </a:xfrm>
            <a:custGeom>
              <a:avLst/>
              <a:gdLst/>
              <a:ahLst/>
              <a:cxnLst/>
              <a:rect l="l" t="t" r="r" b="b"/>
              <a:pathLst>
                <a:path w="142240" h="116839">
                  <a:moveTo>
                    <a:pt x="0" y="0"/>
                  </a:moveTo>
                  <a:lnTo>
                    <a:pt x="49822" y="116827"/>
                  </a:lnTo>
                  <a:lnTo>
                    <a:pt x="141732" y="8597"/>
                  </a:lnTo>
                  <a:lnTo>
                    <a:pt x="0" y="0"/>
                  </a:lnTo>
                  <a:close/>
                </a:path>
              </a:pathLst>
            </a:custGeom>
            <a:solidFill>
              <a:srgbClr val="666666"/>
            </a:solidFill>
          </p:spPr>
          <p:txBody>
            <a:bodyPr wrap="square" lIns="0" tIns="0" rIns="0" bIns="0" rtlCol="0"/>
            <a:lstStyle/>
            <a:p>
              <a:endParaRPr/>
            </a:p>
          </p:txBody>
        </p:sp>
        <p:sp>
          <p:nvSpPr>
            <p:cNvPr id="13" name="object 13"/>
            <p:cNvSpPr/>
            <p:nvPr/>
          </p:nvSpPr>
          <p:spPr>
            <a:xfrm>
              <a:off x="7217282" y="4997975"/>
              <a:ext cx="1494155" cy="186055"/>
            </a:xfrm>
            <a:custGeom>
              <a:avLst/>
              <a:gdLst/>
              <a:ahLst/>
              <a:cxnLst/>
              <a:rect l="l" t="t" r="r" b="b"/>
              <a:pathLst>
                <a:path w="1494154" h="186054">
                  <a:moveTo>
                    <a:pt x="0" y="185940"/>
                  </a:moveTo>
                  <a:lnTo>
                    <a:pt x="1493697" y="0"/>
                  </a:lnTo>
                </a:path>
              </a:pathLst>
            </a:custGeom>
            <a:ln w="25146">
              <a:solidFill>
                <a:srgbClr val="666666"/>
              </a:solidFill>
            </a:ln>
          </p:spPr>
          <p:txBody>
            <a:bodyPr wrap="square" lIns="0" tIns="0" rIns="0" bIns="0" rtlCol="0"/>
            <a:lstStyle/>
            <a:p>
              <a:endParaRPr/>
            </a:p>
          </p:txBody>
        </p:sp>
        <p:sp>
          <p:nvSpPr>
            <p:cNvPr id="14" name="object 14"/>
            <p:cNvSpPr/>
            <p:nvPr/>
          </p:nvSpPr>
          <p:spPr>
            <a:xfrm>
              <a:off x="8690532" y="4936546"/>
              <a:ext cx="133985" cy="126364"/>
            </a:xfrm>
            <a:custGeom>
              <a:avLst/>
              <a:gdLst/>
              <a:ahLst/>
              <a:cxnLst/>
              <a:rect l="l" t="t" r="r" b="b"/>
              <a:pathLst>
                <a:path w="133984" h="126364">
                  <a:moveTo>
                    <a:pt x="0" y="0"/>
                  </a:moveTo>
                  <a:lnTo>
                    <a:pt x="15697" y="126022"/>
                  </a:lnTo>
                  <a:lnTo>
                    <a:pt x="133870" y="47320"/>
                  </a:lnTo>
                  <a:lnTo>
                    <a:pt x="0" y="0"/>
                  </a:lnTo>
                  <a:close/>
                </a:path>
              </a:pathLst>
            </a:custGeom>
            <a:solidFill>
              <a:srgbClr val="666666"/>
            </a:solidFill>
          </p:spPr>
          <p:txBody>
            <a:bodyPr wrap="square" lIns="0" tIns="0" rIns="0" bIns="0" rtlCol="0"/>
            <a:lstStyle/>
            <a:p>
              <a:endParaRPr/>
            </a:p>
          </p:txBody>
        </p:sp>
        <p:sp>
          <p:nvSpPr>
            <p:cNvPr id="15" name="object 15"/>
            <p:cNvSpPr/>
            <p:nvPr/>
          </p:nvSpPr>
          <p:spPr>
            <a:xfrm>
              <a:off x="7217282" y="5183504"/>
              <a:ext cx="1494155" cy="186055"/>
            </a:xfrm>
            <a:custGeom>
              <a:avLst/>
              <a:gdLst/>
              <a:ahLst/>
              <a:cxnLst/>
              <a:rect l="l" t="t" r="r" b="b"/>
              <a:pathLst>
                <a:path w="1494154" h="186054">
                  <a:moveTo>
                    <a:pt x="0" y="0"/>
                  </a:moveTo>
                  <a:lnTo>
                    <a:pt x="1493697" y="185940"/>
                  </a:lnTo>
                </a:path>
              </a:pathLst>
            </a:custGeom>
            <a:ln w="25146">
              <a:solidFill>
                <a:srgbClr val="666666"/>
              </a:solidFill>
            </a:ln>
          </p:spPr>
          <p:txBody>
            <a:bodyPr wrap="square" lIns="0" tIns="0" rIns="0" bIns="0" rtlCol="0"/>
            <a:lstStyle/>
            <a:p>
              <a:endParaRPr/>
            </a:p>
          </p:txBody>
        </p:sp>
        <p:sp>
          <p:nvSpPr>
            <p:cNvPr id="16" name="object 16"/>
            <p:cNvSpPr/>
            <p:nvPr/>
          </p:nvSpPr>
          <p:spPr>
            <a:xfrm>
              <a:off x="8690532" y="5304853"/>
              <a:ext cx="133985" cy="126364"/>
            </a:xfrm>
            <a:custGeom>
              <a:avLst/>
              <a:gdLst/>
              <a:ahLst/>
              <a:cxnLst/>
              <a:rect l="l" t="t" r="r" b="b"/>
              <a:pathLst>
                <a:path w="133984" h="126364">
                  <a:moveTo>
                    <a:pt x="15697" y="0"/>
                  </a:moveTo>
                  <a:lnTo>
                    <a:pt x="0" y="126022"/>
                  </a:lnTo>
                  <a:lnTo>
                    <a:pt x="133870" y="78701"/>
                  </a:lnTo>
                  <a:lnTo>
                    <a:pt x="15697" y="0"/>
                  </a:lnTo>
                  <a:close/>
                </a:path>
              </a:pathLst>
            </a:custGeom>
            <a:solidFill>
              <a:srgbClr val="666666"/>
            </a:solidFill>
          </p:spPr>
          <p:txBody>
            <a:bodyPr wrap="square" lIns="0" tIns="0" rIns="0" bIns="0" rtlCol="0"/>
            <a:lstStyle/>
            <a:p>
              <a:endParaRPr/>
            </a:p>
          </p:txBody>
        </p:sp>
      </p:grpSp>
      <p:sp>
        <p:nvSpPr>
          <p:cNvPr id="17" name="object 17"/>
          <p:cNvSpPr txBox="1"/>
          <p:nvPr/>
        </p:nvSpPr>
        <p:spPr>
          <a:xfrm>
            <a:off x="5994036" y="1400836"/>
            <a:ext cx="1143000" cy="1146175"/>
          </a:xfrm>
          <a:prstGeom prst="rect">
            <a:avLst/>
          </a:prstGeom>
        </p:spPr>
        <p:txBody>
          <a:bodyPr vert="horz" wrap="square" lIns="0" tIns="12065" rIns="0" bIns="0" rtlCol="0">
            <a:spAutoFit/>
          </a:bodyPr>
          <a:lstStyle/>
          <a:p>
            <a:pPr marR="5080" algn="r">
              <a:lnSpc>
                <a:spcPct val="100000"/>
              </a:lnSpc>
              <a:spcBef>
                <a:spcPts val="95"/>
              </a:spcBef>
            </a:pPr>
            <a:r>
              <a:rPr sz="2000" b="1" spc="-5" dirty="0">
                <a:solidFill>
                  <a:srgbClr val="256C00"/>
                </a:solidFill>
                <a:latin typeface="Consolas"/>
                <a:cs typeface="Consolas"/>
              </a:rPr>
              <a:t>Title</a:t>
            </a:r>
            <a:endParaRPr sz="2000">
              <a:latin typeface="Consolas"/>
              <a:cs typeface="Consolas"/>
            </a:endParaRPr>
          </a:p>
          <a:p>
            <a:pPr>
              <a:lnSpc>
                <a:spcPct val="100000"/>
              </a:lnSpc>
            </a:pPr>
            <a:endParaRPr sz="2000">
              <a:latin typeface="Consolas"/>
              <a:cs typeface="Consolas"/>
            </a:endParaRPr>
          </a:p>
          <a:p>
            <a:pPr marR="5080" algn="r">
              <a:lnSpc>
                <a:spcPct val="100000"/>
              </a:lnSpc>
              <a:spcBef>
                <a:spcPts val="1685"/>
              </a:spcBef>
            </a:pPr>
            <a:r>
              <a:rPr sz="2000" b="1" spc="-5" dirty="0">
                <a:solidFill>
                  <a:srgbClr val="270068"/>
                </a:solidFill>
                <a:latin typeface="Consolas"/>
                <a:cs typeface="Consolas"/>
              </a:rPr>
              <a:t>TodoForm</a:t>
            </a:r>
            <a:endParaRPr sz="2000">
              <a:latin typeface="Consolas"/>
              <a:cs typeface="Consolas"/>
            </a:endParaRPr>
          </a:p>
        </p:txBody>
      </p:sp>
      <p:sp>
        <p:nvSpPr>
          <p:cNvPr id="18" name="object 18"/>
          <p:cNvSpPr txBox="1"/>
          <p:nvPr/>
        </p:nvSpPr>
        <p:spPr>
          <a:xfrm>
            <a:off x="5994036" y="3878295"/>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5" dirty="0">
                <a:solidFill>
                  <a:srgbClr val="BC0B14"/>
                </a:solidFill>
                <a:latin typeface="Consolas"/>
                <a:cs typeface="Consolas"/>
              </a:rPr>
              <a:t>TodoList</a:t>
            </a:r>
            <a:endParaRPr sz="2000">
              <a:latin typeface="Consolas"/>
              <a:cs typeface="Consolas"/>
            </a:endParaRPr>
          </a:p>
        </p:txBody>
      </p:sp>
      <p:sp>
        <p:nvSpPr>
          <p:cNvPr id="19" name="object 19"/>
          <p:cNvSpPr txBox="1"/>
          <p:nvPr/>
        </p:nvSpPr>
        <p:spPr>
          <a:xfrm>
            <a:off x="6553344" y="5001865"/>
            <a:ext cx="583565"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666666"/>
                </a:solidFill>
                <a:latin typeface="Consolas"/>
                <a:cs typeface="Consolas"/>
              </a:rPr>
              <a:t>T</a:t>
            </a:r>
            <a:r>
              <a:rPr sz="2000" b="1" spc="-5" dirty="0">
                <a:solidFill>
                  <a:srgbClr val="666666"/>
                </a:solidFill>
                <a:latin typeface="Consolas"/>
                <a:cs typeface="Consolas"/>
              </a:rPr>
              <a:t>o</a:t>
            </a:r>
            <a:r>
              <a:rPr sz="2000" b="1" spc="-10" dirty="0">
                <a:solidFill>
                  <a:srgbClr val="666666"/>
                </a:solidFill>
                <a:latin typeface="Consolas"/>
                <a:cs typeface="Consolas"/>
              </a:rPr>
              <a:t>d</a:t>
            </a:r>
            <a:r>
              <a:rPr sz="2000" b="1" spc="-5" dirty="0">
                <a:solidFill>
                  <a:srgbClr val="666666"/>
                </a:solidFill>
                <a:latin typeface="Consolas"/>
                <a:cs typeface="Consolas"/>
              </a:rPr>
              <a:t>o</a:t>
            </a:r>
            <a:endParaRPr sz="2000">
              <a:latin typeface="Consolas"/>
              <a:cs typeface="Consolas"/>
            </a:endParaRPr>
          </a:p>
        </p:txBody>
      </p:sp>
      <p:sp>
        <p:nvSpPr>
          <p:cNvPr id="20" name="object 20"/>
          <p:cNvSpPr txBox="1"/>
          <p:nvPr/>
        </p:nvSpPr>
        <p:spPr>
          <a:xfrm>
            <a:off x="871590" y="3685951"/>
            <a:ext cx="7239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256C00"/>
                </a:solidFill>
                <a:latin typeface="Consolas"/>
                <a:cs typeface="Consolas"/>
              </a:rPr>
              <a:t>T</a:t>
            </a:r>
            <a:r>
              <a:rPr sz="2000" b="1" spc="-5" dirty="0">
                <a:solidFill>
                  <a:srgbClr val="256C00"/>
                </a:solidFill>
                <a:latin typeface="Consolas"/>
                <a:cs typeface="Consolas"/>
              </a:rPr>
              <a:t>i</a:t>
            </a:r>
            <a:r>
              <a:rPr sz="2000" b="1" spc="-10" dirty="0">
                <a:solidFill>
                  <a:srgbClr val="256C00"/>
                </a:solidFill>
                <a:latin typeface="Consolas"/>
                <a:cs typeface="Consolas"/>
              </a:rPr>
              <a:t>t</a:t>
            </a:r>
            <a:r>
              <a:rPr sz="2000" b="1" dirty="0">
                <a:solidFill>
                  <a:srgbClr val="256C00"/>
                </a:solidFill>
                <a:latin typeface="Consolas"/>
                <a:cs typeface="Consolas"/>
              </a:rPr>
              <a:t>l</a:t>
            </a:r>
            <a:r>
              <a:rPr sz="2000" b="1" spc="-5" dirty="0">
                <a:solidFill>
                  <a:srgbClr val="256C00"/>
                </a:solidFill>
                <a:latin typeface="Consolas"/>
                <a:cs typeface="Consolas"/>
              </a:rPr>
              <a:t>e</a:t>
            </a:r>
            <a:endParaRPr sz="2000">
              <a:latin typeface="Consolas"/>
              <a:cs typeface="Consolas"/>
            </a:endParaRPr>
          </a:p>
        </p:txBody>
      </p:sp>
      <p:sp>
        <p:nvSpPr>
          <p:cNvPr id="21" name="object 21"/>
          <p:cNvSpPr txBox="1"/>
          <p:nvPr/>
        </p:nvSpPr>
        <p:spPr>
          <a:xfrm>
            <a:off x="3578806" y="3686205"/>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5" dirty="0">
                <a:solidFill>
                  <a:srgbClr val="270068"/>
                </a:solidFill>
                <a:latin typeface="Consolas"/>
                <a:cs typeface="Consolas"/>
              </a:rPr>
              <a:t>TodoForm</a:t>
            </a:r>
            <a:endParaRPr sz="2000">
              <a:latin typeface="Consolas"/>
              <a:cs typeface="Consolas"/>
            </a:endParaRPr>
          </a:p>
        </p:txBody>
      </p:sp>
      <p:sp>
        <p:nvSpPr>
          <p:cNvPr id="22" name="object 22"/>
          <p:cNvSpPr txBox="1"/>
          <p:nvPr/>
        </p:nvSpPr>
        <p:spPr>
          <a:xfrm>
            <a:off x="2017761" y="3685951"/>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5" dirty="0">
                <a:solidFill>
                  <a:srgbClr val="BC0B14"/>
                </a:solidFill>
                <a:latin typeface="Consolas"/>
                <a:cs typeface="Consolas"/>
              </a:rPr>
              <a:t>TodoList</a:t>
            </a:r>
            <a:endParaRPr sz="2000">
              <a:latin typeface="Consolas"/>
              <a:cs typeface="Consolas"/>
            </a:endParaRPr>
          </a:p>
        </p:txBody>
      </p:sp>
      <p:sp>
        <p:nvSpPr>
          <p:cNvPr id="23" name="object 23"/>
          <p:cNvSpPr txBox="1"/>
          <p:nvPr/>
        </p:nvSpPr>
        <p:spPr>
          <a:xfrm>
            <a:off x="1179892" y="4801926"/>
            <a:ext cx="583565"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666666"/>
                </a:solidFill>
                <a:latin typeface="Consolas"/>
                <a:cs typeface="Consolas"/>
              </a:rPr>
              <a:t>T</a:t>
            </a:r>
            <a:r>
              <a:rPr sz="2000" b="1" spc="-5" dirty="0">
                <a:solidFill>
                  <a:srgbClr val="666666"/>
                </a:solidFill>
                <a:latin typeface="Consolas"/>
                <a:cs typeface="Consolas"/>
              </a:rPr>
              <a:t>o</a:t>
            </a:r>
            <a:r>
              <a:rPr sz="2000" b="1" spc="-10" dirty="0">
                <a:solidFill>
                  <a:srgbClr val="666666"/>
                </a:solidFill>
                <a:latin typeface="Consolas"/>
                <a:cs typeface="Consolas"/>
              </a:rPr>
              <a:t>d</a:t>
            </a:r>
            <a:r>
              <a:rPr sz="2000" b="1" spc="-5" dirty="0">
                <a:solidFill>
                  <a:srgbClr val="666666"/>
                </a:solidFill>
                <a:latin typeface="Consolas"/>
                <a:cs typeface="Consolas"/>
              </a:rPr>
              <a:t>o</a:t>
            </a:r>
            <a:endParaRPr sz="2000">
              <a:latin typeface="Consolas"/>
              <a:cs typeface="Consolas"/>
            </a:endParaRPr>
          </a:p>
        </p:txBody>
      </p:sp>
      <p:sp>
        <p:nvSpPr>
          <p:cNvPr id="24" name="object 24"/>
          <p:cNvSpPr txBox="1"/>
          <p:nvPr/>
        </p:nvSpPr>
        <p:spPr>
          <a:xfrm>
            <a:off x="2297389" y="4793806"/>
            <a:ext cx="583565"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666666"/>
                </a:solidFill>
                <a:latin typeface="Consolas"/>
                <a:cs typeface="Consolas"/>
              </a:rPr>
              <a:t>T</a:t>
            </a:r>
            <a:r>
              <a:rPr sz="2000" b="1" spc="-5" dirty="0">
                <a:solidFill>
                  <a:srgbClr val="666666"/>
                </a:solidFill>
                <a:latin typeface="Consolas"/>
                <a:cs typeface="Consolas"/>
              </a:rPr>
              <a:t>o</a:t>
            </a:r>
            <a:r>
              <a:rPr sz="2000" b="1" spc="-10" dirty="0">
                <a:solidFill>
                  <a:srgbClr val="666666"/>
                </a:solidFill>
                <a:latin typeface="Consolas"/>
                <a:cs typeface="Consolas"/>
              </a:rPr>
              <a:t>d</a:t>
            </a:r>
            <a:r>
              <a:rPr sz="2000" b="1" spc="-5" dirty="0">
                <a:solidFill>
                  <a:srgbClr val="666666"/>
                </a:solidFill>
                <a:latin typeface="Consolas"/>
                <a:cs typeface="Consolas"/>
              </a:rPr>
              <a:t>o</a:t>
            </a:r>
            <a:endParaRPr sz="2000">
              <a:latin typeface="Consolas"/>
              <a:cs typeface="Consolas"/>
            </a:endParaRPr>
          </a:p>
        </p:txBody>
      </p:sp>
      <p:sp>
        <p:nvSpPr>
          <p:cNvPr id="25" name="object 25"/>
          <p:cNvSpPr txBox="1"/>
          <p:nvPr/>
        </p:nvSpPr>
        <p:spPr>
          <a:xfrm>
            <a:off x="3438485" y="4793806"/>
            <a:ext cx="583565" cy="330200"/>
          </a:xfrm>
          <a:prstGeom prst="rect">
            <a:avLst/>
          </a:prstGeom>
        </p:spPr>
        <p:txBody>
          <a:bodyPr vert="horz" wrap="square" lIns="0" tIns="12065" rIns="0" bIns="0" rtlCol="0">
            <a:spAutoFit/>
          </a:bodyPr>
          <a:lstStyle/>
          <a:p>
            <a:pPr marL="12700">
              <a:lnSpc>
                <a:spcPct val="100000"/>
              </a:lnSpc>
              <a:spcBef>
                <a:spcPts val="95"/>
              </a:spcBef>
            </a:pPr>
            <a:r>
              <a:rPr sz="2000" b="1" spc="-5" dirty="0">
                <a:solidFill>
                  <a:srgbClr val="666666"/>
                </a:solidFill>
                <a:latin typeface="Consolas"/>
                <a:cs typeface="Consolas"/>
              </a:rPr>
              <a:t>T</a:t>
            </a:r>
            <a:r>
              <a:rPr sz="2000" b="1" spc="-10" dirty="0">
                <a:solidFill>
                  <a:srgbClr val="666666"/>
                </a:solidFill>
                <a:latin typeface="Consolas"/>
                <a:cs typeface="Consolas"/>
              </a:rPr>
              <a:t>od</a:t>
            </a:r>
            <a:r>
              <a:rPr sz="2000" b="1" spc="-5" dirty="0">
                <a:solidFill>
                  <a:srgbClr val="666666"/>
                </a:solidFill>
                <a:latin typeface="Consolas"/>
                <a:cs typeface="Consolas"/>
              </a:rPr>
              <a:t>o</a:t>
            </a:r>
            <a:endParaRPr sz="2000">
              <a:latin typeface="Consolas"/>
              <a:cs typeface="Consolas"/>
            </a:endParaRPr>
          </a:p>
        </p:txBody>
      </p:sp>
      <p:sp>
        <p:nvSpPr>
          <p:cNvPr id="26" name="object 26"/>
          <p:cNvSpPr txBox="1"/>
          <p:nvPr/>
        </p:nvSpPr>
        <p:spPr>
          <a:xfrm>
            <a:off x="2366662" y="2508316"/>
            <a:ext cx="4445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2D75B6"/>
                </a:solidFill>
                <a:latin typeface="Consolas"/>
                <a:cs typeface="Consolas"/>
              </a:rPr>
              <a:t>A</a:t>
            </a:r>
            <a:r>
              <a:rPr sz="2000" b="1" spc="-5" dirty="0">
                <a:solidFill>
                  <a:srgbClr val="2D75B6"/>
                </a:solidFill>
                <a:latin typeface="Consolas"/>
                <a:cs typeface="Consolas"/>
              </a:rPr>
              <a:t>pp</a:t>
            </a:r>
            <a:endParaRPr sz="2000">
              <a:latin typeface="Consolas"/>
              <a:cs typeface="Consolas"/>
            </a:endParaRPr>
          </a:p>
        </p:txBody>
      </p:sp>
      <p:grpSp>
        <p:nvGrpSpPr>
          <p:cNvPr id="27" name="object 27"/>
          <p:cNvGrpSpPr/>
          <p:nvPr/>
        </p:nvGrpSpPr>
        <p:grpSpPr>
          <a:xfrm>
            <a:off x="1221483" y="2878073"/>
            <a:ext cx="2942590" cy="803275"/>
            <a:chOff x="1221483" y="2878073"/>
            <a:chExt cx="2942590" cy="803275"/>
          </a:xfrm>
        </p:grpSpPr>
        <p:sp>
          <p:nvSpPr>
            <p:cNvPr id="28" name="object 28"/>
            <p:cNvSpPr/>
            <p:nvPr/>
          </p:nvSpPr>
          <p:spPr>
            <a:xfrm>
              <a:off x="1234056" y="2890646"/>
              <a:ext cx="1356360" cy="777875"/>
            </a:xfrm>
            <a:custGeom>
              <a:avLst/>
              <a:gdLst/>
              <a:ahLst/>
              <a:cxnLst/>
              <a:rect l="l" t="t" r="r" b="b"/>
              <a:pathLst>
                <a:path w="1356360" h="777875">
                  <a:moveTo>
                    <a:pt x="1355890" y="0"/>
                  </a:moveTo>
                  <a:lnTo>
                    <a:pt x="0" y="777481"/>
                  </a:lnTo>
                </a:path>
              </a:pathLst>
            </a:custGeom>
            <a:ln w="25146">
              <a:solidFill>
                <a:srgbClr val="000000"/>
              </a:solidFill>
            </a:ln>
          </p:spPr>
          <p:txBody>
            <a:bodyPr wrap="square" lIns="0" tIns="0" rIns="0" bIns="0" rtlCol="0"/>
            <a:lstStyle/>
            <a:p>
              <a:endParaRPr/>
            </a:p>
          </p:txBody>
        </p:sp>
        <p:sp>
          <p:nvSpPr>
            <p:cNvPr id="29" name="object 29"/>
            <p:cNvSpPr/>
            <p:nvPr/>
          </p:nvSpPr>
          <p:spPr>
            <a:xfrm>
              <a:off x="2590419" y="2890646"/>
              <a:ext cx="1561465" cy="777875"/>
            </a:xfrm>
            <a:custGeom>
              <a:avLst/>
              <a:gdLst/>
              <a:ahLst/>
              <a:cxnLst/>
              <a:rect l="l" t="t" r="r" b="b"/>
              <a:pathLst>
                <a:path w="1561464" h="777875">
                  <a:moveTo>
                    <a:pt x="0" y="0"/>
                  </a:moveTo>
                  <a:lnTo>
                    <a:pt x="0" y="777481"/>
                  </a:lnTo>
                </a:path>
                <a:path w="1561464" h="777875">
                  <a:moveTo>
                    <a:pt x="0" y="0"/>
                  </a:moveTo>
                  <a:lnTo>
                    <a:pt x="1560944" y="777811"/>
                  </a:lnTo>
                </a:path>
              </a:pathLst>
            </a:custGeom>
            <a:ln w="25146">
              <a:solidFill>
                <a:srgbClr val="000000"/>
              </a:solidFill>
            </a:ln>
          </p:spPr>
          <p:txBody>
            <a:bodyPr wrap="square" lIns="0" tIns="0" rIns="0" bIns="0" rtlCol="0"/>
            <a:lstStyle/>
            <a:p>
              <a:endParaRPr/>
            </a:p>
          </p:txBody>
        </p:sp>
      </p:grpSp>
      <p:grpSp>
        <p:nvGrpSpPr>
          <p:cNvPr id="30" name="object 30"/>
          <p:cNvGrpSpPr/>
          <p:nvPr/>
        </p:nvGrpSpPr>
        <p:grpSpPr>
          <a:xfrm>
            <a:off x="1459993" y="4055364"/>
            <a:ext cx="2284730" cy="741045"/>
            <a:chOff x="1459993" y="4055364"/>
            <a:chExt cx="2284730" cy="741045"/>
          </a:xfrm>
        </p:grpSpPr>
        <p:sp>
          <p:nvSpPr>
            <p:cNvPr id="31" name="object 31"/>
            <p:cNvSpPr/>
            <p:nvPr/>
          </p:nvSpPr>
          <p:spPr>
            <a:xfrm>
              <a:off x="1472566" y="4067937"/>
              <a:ext cx="1117600" cy="716280"/>
            </a:xfrm>
            <a:custGeom>
              <a:avLst/>
              <a:gdLst/>
              <a:ahLst/>
              <a:cxnLst/>
              <a:rect l="l" t="t" r="r" b="b"/>
              <a:pathLst>
                <a:path w="1117600" h="716279">
                  <a:moveTo>
                    <a:pt x="1117511" y="0"/>
                  </a:moveTo>
                  <a:lnTo>
                    <a:pt x="0" y="715746"/>
                  </a:lnTo>
                </a:path>
              </a:pathLst>
            </a:custGeom>
            <a:ln w="25146">
              <a:solidFill>
                <a:srgbClr val="000000"/>
              </a:solidFill>
            </a:ln>
          </p:spPr>
          <p:txBody>
            <a:bodyPr wrap="square" lIns="0" tIns="0" rIns="0" bIns="0" rtlCol="0"/>
            <a:lstStyle/>
            <a:p>
              <a:endParaRPr/>
            </a:p>
          </p:txBody>
        </p:sp>
        <p:sp>
          <p:nvSpPr>
            <p:cNvPr id="32" name="object 32"/>
            <p:cNvSpPr/>
            <p:nvPr/>
          </p:nvSpPr>
          <p:spPr>
            <a:xfrm>
              <a:off x="2590420" y="4067937"/>
              <a:ext cx="1141730" cy="708025"/>
            </a:xfrm>
            <a:custGeom>
              <a:avLst/>
              <a:gdLst/>
              <a:ahLst/>
              <a:cxnLst/>
              <a:rect l="l" t="t" r="r" b="b"/>
              <a:pathLst>
                <a:path w="1141729" h="708025">
                  <a:moveTo>
                    <a:pt x="0" y="0"/>
                  </a:moveTo>
                  <a:lnTo>
                    <a:pt x="0" y="707720"/>
                  </a:lnTo>
                </a:path>
                <a:path w="1141729" h="708025">
                  <a:moveTo>
                    <a:pt x="0" y="0"/>
                  </a:moveTo>
                  <a:lnTo>
                    <a:pt x="1141196" y="707720"/>
                  </a:lnTo>
                </a:path>
              </a:pathLst>
            </a:custGeom>
            <a:ln w="25146">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3147532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0584"/>
            <a:ext cx="5721985" cy="695960"/>
          </a:xfrm>
          <a:prstGeom prst="rect">
            <a:avLst/>
          </a:prstGeom>
        </p:spPr>
        <p:txBody>
          <a:bodyPr vert="horz" wrap="square" lIns="0" tIns="12065" rIns="0" bIns="0" rtlCol="0">
            <a:spAutoFit/>
          </a:bodyPr>
          <a:lstStyle/>
          <a:p>
            <a:pPr marL="12700">
              <a:lnSpc>
                <a:spcPct val="100000"/>
              </a:lnSpc>
              <a:spcBef>
                <a:spcPts val="95"/>
              </a:spcBef>
            </a:pPr>
            <a:r>
              <a:rPr spc="-20" dirty="0">
                <a:solidFill>
                  <a:srgbClr val="44536A"/>
                </a:solidFill>
                <a:latin typeface="Calibri Light"/>
                <a:cs typeface="Calibri Light"/>
              </a:rPr>
              <a:t>Creating</a:t>
            </a:r>
            <a:r>
              <a:rPr dirty="0">
                <a:solidFill>
                  <a:srgbClr val="44536A"/>
                </a:solidFill>
                <a:latin typeface="Calibri Light"/>
                <a:cs typeface="Calibri Light"/>
              </a:rPr>
              <a:t> </a:t>
            </a:r>
            <a:r>
              <a:rPr spc="-5" dirty="0">
                <a:solidFill>
                  <a:srgbClr val="44536A"/>
                </a:solidFill>
                <a:latin typeface="Calibri Light"/>
                <a:cs typeface="Calibri Light"/>
              </a:rPr>
              <a:t>a</a:t>
            </a:r>
            <a:r>
              <a:rPr dirty="0">
                <a:solidFill>
                  <a:srgbClr val="44536A"/>
                </a:solidFill>
                <a:latin typeface="Calibri Light"/>
                <a:cs typeface="Calibri Light"/>
              </a:rPr>
              <a:t> </a:t>
            </a:r>
            <a:r>
              <a:rPr spc="-10" dirty="0">
                <a:solidFill>
                  <a:srgbClr val="44536A"/>
                </a:solidFill>
                <a:latin typeface="Calibri Light"/>
                <a:cs typeface="Calibri Light"/>
              </a:rPr>
              <a:t>new</a:t>
            </a:r>
            <a:r>
              <a:rPr spc="-5" dirty="0">
                <a:solidFill>
                  <a:srgbClr val="44536A"/>
                </a:solidFill>
                <a:latin typeface="Calibri Light"/>
                <a:cs typeface="Calibri Light"/>
              </a:rPr>
              <a:t> </a:t>
            </a:r>
            <a:r>
              <a:rPr spc="-20" dirty="0">
                <a:solidFill>
                  <a:srgbClr val="44536A"/>
                </a:solidFill>
                <a:latin typeface="Calibri Light"/>
                <a:cs typeface="Calibri Light"/>
              </a:rPr>
              <a:t>React</a:t>
            </a:r>
            <a:r>
              <a:rPr spc="5" dirty="0">
                <a:solidFill>
                  <a:srgbClr val="44536A"/>
                </a:solidFill>
                <a:latin typeface="Calibri Light"/>
                <a:cs typeface="Calibri Light"/>
              </a:rPr>
              <a:t> </a:t>
            </a:r>
            <a:r>
              <a:rPr spc="-5" dirty="0">
                <a:solidFill>
                  <a:srgbClr val="44536A"/>
                </a:solidFill>
                <a:latin typeface="Calibri Light"/>
                <a:cs typeface="Calibri Light"/>
              </a:rPr>
              <a:t>app</a:t>
            </a:r>
          </a:p>
        </p:txBody>
      </p:sp>
      <p:sp>
        <p:nvSpPr>
          <p:cNvPr id="3" name="object 3"/>
          <p:cNvSpPr txBox="1"/>
          <p:nvPr/>
        </p:nvSpPr>
        <p:spPr>
          <a:xfrm>
            <a:off x="916939" y="1793112"/>
            <a:ext cx="7519034" cy="2520315"/>
          </a:xfrm>
          <a:prstGeom prst="rect">
            <a:avLst/>
          </a:prstGeom>
        </p:spPr>
        <p:txBody>
          <a:bodyPr vert="horz" wrap="square" lIns="0" tIns="12700" rIns="0" bIns="0" rtlCol="0">
            <a:spAutoFit/>
          </a:bodyPr>
          <a:lstStyle/>
          <a:p>
            <a:pPr marL="12700">
              <a:lnSpc>
                <a:spcPct val="100000"/>
              </a:lnSpc>
              <a:spcBef>
                <a:spcPts val="100"/>
              </a:spcBef>
            </a:pPr>
            <a:r>
              <a:rPr sz="2800" spc="-10" dirty="0">
                <a:latin typeface="Calibri"/>
                <a:cs typeface="Calibri"/>
              </a:rPr>
              <a:t>Creating</a:t>
            </a:r>
            <a:r>
              <a:rPr sz="2800" spc="-25" dirty="0">
                <a:latin typeface="Calibri"/>
                <a:cs typeface="Calibri"/>
              </a:rPr>
              <a:t> </a:t>
            </a:r>
            <a:r>
              <a:rPr sz="2800" dirty="0">
                <a:latin typeface="Calibri"/>
                <a:cs typeface="Calibri"/>
              </a:rPr>
              <a:t>a </a:t>
            </a:r>
            <a:r>
              <a:rPr sz="2800" spc="-10" dirty="0">
                <a:latin typeface="Calibri"/>
                <a:cs typeface="Calibri"/>
              </a:rPr>
              <a:t>new </a:t>
            </a:r>
            <a:r>
              <a:rPr sz="2800" spc="-15" dirty="0">
                <a:latin typeface="Calibri"/>
                <a:cs typeface="Calibri"/>
              </a:rPr>
              <a:t>React</a:t>
            </a:r>
            <a:r>
              <a:rPr sz="2800" spc="-5" dirty="0">
                <a:latin typeface="Calibri"/>
                <a:cs typeface="Calibri"/>
              </a:rPr>
              <a:t> app</a:t>
            </a:r>
            <a:r>
              <a:rPr sz="2800"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simple!</a:t>
            </a:r>
            <a:endParaRPr sz="2800">
              <a:latin typeface="Calibri"/>
              <a:cs typeface="Calibri"/>
            </a:endParaRPr>
          </a:p>
          <a:p>
            <a:pPr marL="927100" indent="-457200">
              <a:lnSpc>
                <a:spcPct val="100000"/>
              </a:lnSpc>
              <a:spcBef>
                <a:spcPts val="2065"/>
              </a:spcBef>
              <a:buClr>
                <a:srgbClr val="C00000"/>
              </a:buClr>
              <a:buAutoNum type="arabicPeriod"/>
              <a:tabLst>
                <a:tab pos="926465" algn="l"/>
                <a:tab pos="927100" algn="l"/>
              </a:tabLst>
            </a:pPr>
            <a:r>
              <a:rPr sz="2800" spc="-15" dirty="0">
                <a:latin typeface="Calibri"/>
                <a:cs typeface="Calibri"/>
              </a:rPr>
              <a:t>Install</a:t>
            </a:r>
            <a:r>
              <a:rPr sz="2800" spc="-30" dirty="0">
                <a:latin typeface="Calibri"/>
                <a:cs typeface="Calibri"/>
              </a:rPr>
              <a:t> </a:t>
            </a:r>
            <a:r>
              <a:rPr sz="2800" spc="-5" dirty="0">
                <a:latin typeface="Calibri"/>
                <a:cs typeface="Calibri"/>
              </a:rPr>
              <a:t>Node.js</a:t>
            </a:r>
            <a:endParaRPr sz="2800">
              <a:latin typeface="Calibri"/>
              <a:cs typeface="Calibri"/>
            </a:endParaRPr>
          </a:p>
          <a:p>
            <a:pPr marL="927100" indent="-457200">
              <a:lnSpc>
                <a:spcPct val="100000"/>
              </a:lnSpc>
              <a:spcBef>
                <a:spcPts val="2070"/>
              </a:spcBef>
              <a:buClr>
                <a:srgbClr val="C00000"/>
              </a:buClr>
              <a:buAutoNum type="arabicPeriod"/>
              <a:tabLst>
                <a:tab pos="926465" algn="l"/>
                <a:tab pos="927100" algn="l"/>
                <a:tab pos="1840864" algn="l"/>
              </a:tabLst>
            </a:pPr>
            <a:r>
              <a:rPr sz="2800" spc="-5" dirty="0">
                <a:latin typeface="Calibri"/>
                <a:cs typeface="Calibri"/>
              </a:rPr>
              <a:t>Run:	</a:t>
            </a:r>
            <a:r>
              <a:rPr sz="2800" b="1" spc="-5" dirty="0">
                <a:latin typeface="Consolas"/>
                <a:cs typeface="Consolas"/>
              </a:rPr>
              <a:t>npx</a:t>
            </a:r>
            <a:r>
              <a:rPr sz="2800" b="1" spc="-10" dirty="0">
                <a:latin typeface="Consolas"/>
                <a:cs typeface="Consolas"/>
              </a:rPr>
              <a:t> create-react-app</a:t>
            </a:r>
            <a:r>
              <a:rPr sz="2800" b="1" spc="-15" dirty="0">
                <a:latin typeface="Consolas"/>
                <a:cs typeface="Consolas"/>
              </a:rPr>
              <a:t> </a:t>
            </a:r>
            <a:r>
              <a:rPr sz="2800" b="1" spc="-5" dirty="0">
                <a:solidFill>
                  <a:srgbClr val="538235"/>
                </a:solidFill>
                <a:latin typeface="Consolas"/>
                <a:cs typeface="Consolas"/>
              </a:rPr>
              <a:t>app-name</a:t>
            </a:r>
            <a:endParaRPr sz="2800">
              <a:latin typeface="Consolas"/>
              <a:cs typeface="Consolas"/>
            </a:endParaRPr>
          </a:p>
          <a:p>
            <a:pPr marL="927100" indent="-457200">
              <a:lnSpc>
                <a:spcPct val="100000"/>
              </a:lnSpc>
              <a:spcBef>
                <a:spcPts val="2065"/>
              </a:spcBef>
              <a:buClr>
                <a:srgbClr val="C00000"/>
              </a:buClr>
              <a:buAutoNum type="arabicPeriod"/>
              <a:tabLst>
                <a:tab pos="926465" algn="l"/>
                <a:tab pos="927100" algn="l"/>
                <a:tab pos="5498465" algn="l"/>
              </a:tabLst>
            </a:pPr>
            <a:r>
              <a:rPr sz="2800" spc="-10" dirty="0">
                <a:latin typeface="Calibri"/>
                <a:cs typeface="Calibri"/>
              </a:rPr>
              <a:t>New</a:t>
            </a:r>
            <a:r>
              <a:rPr sz="2800" spc="10" dirty="0">
                <a:latin typeface="Calibri"/>
                <a:cs typeface="Calibri"/>
              </a:rPr>
              <a:t> </a:t>
            </a:r>
            <a:r>
              <a:rPr sz="2800" spc="-5" dirty="0">
                <a:latin typeface="Calibri"/>
                <a:cs typeface="Calibri"/>
              </a:rPr>
              <a:t>app</a:t>
            </a:r>
            <a:r>
              <a:rPr sz="2800" spc="20" dirty="0">
                <a:latin typeface="Calibri"/>
                <a:cs typeface="Calibri"/>
              </a:rPr>
              <a:t> </a:t>
            </a:r>
            <a:r>
              <a:rPr sz="2800" spc="-20" dirty="0">
                <a:latin typeface="Calibri"/>
                <a:cs typeface="Calibri"/>
              </a:rPr>
              <a:t>created</a:t>
            </a:r>
            <a:r>
              <a:rPr sz="2800" spc="5" dirty="0">
                <a:latin typeface="Calibri"/>
                <a:cs typeface="Calibri"/>
              </a:rPr>
              <a:t> </a:t>
            </a:r>
            <a:r>
              <a:rPr sz="2800" spc="-5" dirty="0">
                <a:latin typeface="Calibri"/>
                <a:cs typeface="Calibri"/>
              </a:rPr>
              <a:t>in</a:t>
            </a:r>
            <a:r>
              <a:rPr sz="2800" spc="20" dirty="0">
                <a:latin typeface="Calibri"/>
                <a:cs typeface="Calibri"/>
              </a:rPr>
              <a:t> </a:t>
            </a:r>
            <a:r>
              <a:rPr sz="2800" spc="-15" dirty="0">
                <a:latin typeface="Calibri"/>
                <a:cs typeface="Calibri"/>
              </a:rPr>
              <a:t>folder:	</a:t>
            </a:r>
            <a:r>
              <a:rPr sz="2800" b="1" spc="-10" dirty="0">
                <a:latin typeface="Consolas"/>
                <a:cs typeface="Consolas"/>
              </a:rPr>
              <a:t>./</a:t>
            </a:r>
            <a:r>
              <a:rPr sz="2800" b="1" spc="-10" dirty="0">
                <a:solidFill>
                  <a:srgbClr val="538235"/>
                </a:solidFill>
                <a:latin typeface="Consolas"/>
                <a:cs typeface="Consolas"/>
              </a:rPr>
              <a:t>app-name</a:t>
            </a:r>
            <a:endParaRPr sz="2800">
              <a:latin typeface="Consolas"/>
              <a:cs typeface="Consolas"/>
            </a:endParaRPr>
          </a:p>
        </p:txBody>
      </p:sp>
    </p:spTree>
    <p:extLst>
      <p:ext uri="{BB962C8B-B14F-4D97-AF65-F5344CB8AC3E}">
        <p14:creationId xmlns:p14="http://schemas.microsoft.com/office/powerpoint/2010/main" val="3357630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0584"/>
            <a:ext cx="6438900" cy="695960"/>
          </a:xfrm>
          <a:prstGeom prst="rect">
            <a:avLst/>
          </a:prstGeom>
        </p:spPr>
        <p:txBody>
          <a:bodyPr vert="horz" wrap="square" lIns="0" tIns="12065" rIns="0" bIns="0" rtlCol="0">
            <a:spAutoFit/>
          </a:bodyPr>
          <a:lstStyle/>
          <a:p>
            <a:pPr marL="12700">
              <a:lnSpc>
                <a:spcPct val="100000"/>
              </a:lnSpc>
              <a:spcBef>
                <a:spcPts val="95"/>
              </a:spcBef>
            </a:pPr>
            <a:r>
              <a:rPr spc="-30" dirty="0">
                <a:solidFill>
                  <a:srgbClr val="44536A"/>
                </a:solidFill>
                <a:latin typeface="Calibri Light"/>
                <a:cs typeface="Calibri Light"/>
              </a:rPr>
              <a:t>Anatomy</a:t>
            </a:r>
            <a:r>
              <a:rPr spc="-5" dirty="0">
                <a:solidFill>
                  <a:srgbClr val="44536A"/>
                </a:solidFill>
                <a:latin typeface="Calibri Light"/>
                <a:cs typeface="Calibri Light"/>
              </a:rPr>
              <a:t> of</a:t>
            </a:r>
            <a:r>
              <a:rPr spc="-15" dirty="0">
                <a:solidFill>
                  <a:srgbClr val="44536A"/>
                </a:solidFill>
                <a:latin typeface="Calibri Light"/>
                <a:cs typeface="Calibri Light"/>
              </a:rPr>
              <a:t> </a:t>
            </a:r>
            <a:r>
              <a:rPr spc="-5" dirty="0">
                <a:solidFill>
                  <a:srgbClr val="44536A"/>
                </a:solidFill>
                <a:latin typeface="Calibri Light"/>
                <a:cs typeface="Calibri Light"/>
              </a:rPr>
              <a:t>a</a:t>
            </a:r>
            <a:r>
              <a:rPr dirty="0">
                <a:solidFill>
                  <a:srgbClr val="44536A"/>
                </a:solidFill>
                <a:latin typeface="Calibri Light"/>
                <a:cs typeface="Calibri Light"/>
              </a:rPr>
              <a:t> </a:t>
            </a:r>
            <a:r>
              <a:rPr spc="-10" dirty="0">
                <a:solidFill>
                  <a:srgbClr val="44536A"/>
                </a:solidFill>
                <a:latin typeface="Calibri Light"/>
                <a:cs typeface="Calibri Light"/>
              </a:rPr>
              <a:t>new</a:t>
            </a:r>
            <a:r>
              <a:rPr spc="-5" dirty="0">
                <a:solidFill>
                  <a:srgbClr val="44536A"/>
                </a:solidFill>
                <a:latin typeface="Calibri Light"/>
                <a:cs typeface="Calibri Light"/>
              </a:rPr>
              <a:t> </a:t>
            </a:r>
            <a:r>
              <a:rPr spc="-20" dirty="0">
                <a:solidFill>
                  <a:srgbClr val="44536A"/>
                </a:solidFill>
                <a:latin typeface="Calibri Light"/>
                <a:cs typeface="Calibri Light"/>
              </a:rPr>
              <a:t>React</a:t>
            </a:r>
            <a:r>
              <a:rPr spc="5" dirty="0">
                <a:solidFill>
                  <a:srgbClr val="44536A"/>
                </a:solidFill>
                <a:latin typeface="Calibri Light"/>
                <a:cs typeface="Calibri Light"/>
              </a:rPr>
              <a:t> </a:t>
            </a:r>
            <a:r>
              <a:rPr spc="-5" dirty="0">
                <a:solidFill>
                  <a:srgbClr val="44536A"/>
                </a:solidFill>
                <a:latin typeface="Calibri Light"/>
                <a:cs typeface="Calibri Light"/>
              </a:rPr>
              <a:t>app</a:t>
            </a:r>
          </a:p>
        </p:txBody>
      </p:sp>
      <p:grpSp>
        <p:nvGrpSpPr>
          <p:cNvPr id="3" name="object 3"/>
          <p:cNvGrpSpPr/>
          <p:nvPr/>
        </p:nvGrpSpPr>
        <p:grpSpPr>
          <a:xfrm>
            <a:off x="4829764" y="1582959"/>
            <a:ext cx="6816367" cy="4351020"/>
            <a:chOff x="7232142" y="1825752"/>
            <a:chExt cx="4121785" cy="4351020"/>
          </a:xfrm>
        </p:grpSpPr>
        <p:pic>
          <p:nvPicPr>
            <p:cNvPr id="4" name="object 4"/>
            <p:cNvPicPr/>
            <p:nvPr/>
          </p:nvPicPr>
          <p:blipFill>
            <a:blip r:embed="rId2" cstate="print"/>
            <a:stretch>
              <a:fillRect/>
            </a:stretch>
          </p:blipFill>
          <p:spPr>
            <a:xfrm>
              <a:off x="7875270" y="1825752"/>
              <a:ext cx="3478528" cy="4351019"/>
            </a:xfrm>
            <a:prstGeom prst="rect">
              <a:avLst/>
            </a:prstGeom>
          </p:spPr>
        </p:pic>
        <p:sp>
          <p:nvSpPr>
            <p:cNvPr id="5" name="object 5"/>
            <p:cNvSpPr/>
            <p:nvPr/>
          </p:nvSpPr>
          <p:spPr>
            <a:xfrm>
              <a:off x="7244715" y="3264235"/>
              <a:ext cx="701040" cy="115570"/>
            </a:xfrm>
            <a:custGeom>
              <a:avLst/>
              <a:gdLst/>
              <a:ahLst/>
              <a:cxnLst/>
              <a:rect l="l" t="t" r="r" b="b"/>
              <a:pathLst>
                <a:path w="701040" h="115570">
                  <a:moveTo>
                    <a:pt x="0" y="114973"/>
                  </a:moveTo>
                  <a:lnTo>
                    <a:pt x="701014" y="0"/>
                  </a:lnTo>
                </a:path>
              </a:pathLst>
            </a:custGeom>
            <a:ln w="25146">
              <a:solidFill>
                <a:srgbClr val="FF0000"/>
              </a:solidFill>
            </a:ln>
          </p:spPr>
          <p:txBody>
            <a:bodyPr wrap="square" lIns="0" tIns="0" rIns="0" bIns="0" rtlCol="0"/>
            <a:lstStyle/>
            <a:p>
              <a:endParaRPr/>
            </a:p>
          </p:txBody>
        </p:sp>
        <p:sp>
          <p:nvSpPr>
            <p:cNvPr id="6" name="object 6"/>
            <p:cNvSpPr/>
            <p:nvPr/>
          </p:nvSpPr>
          <p:spPr>
            <a:xfrm>
              <a:off x="7922921" y="3203637"/>
              <a:ext cx="135890" cy="125730"/>
            </a:xfrm>
            <a:custGeom>
              <a:avLst/>
              <a:gdLst/>
              <a:ahLst/>
              <a:cxnLst/>
              <a:rect l="l" t="t" r="r" b="b"/>
              <a:pathLst>
                <a:path w="135890" h="125729">
                  <a:moveTo>
                    <a:pt x="0" y="0"/>
                  </a:moveTo>
                  <a:lnTo>
                    <a:pt x="20561" y="125323"/>
                  </a:lnTo>
                  <a:lnTo>
                    <a:pt x="135610" y="42100"/>
                  </a:lnTo>
                  <a:lnTo>
                    <a:pt x="0" y="0"/>
                  </a:lnTo>
                  <a:close/>
                </a:path>
              </a:pathLst>
            </a:custGeom>
            <a:solidFill>
              <a:srgbClr val="FF0000"/>
            </a:solidFill>
          </p:spPr>
          <p:txBody>
            <a:bodyPr wrap="square" lIns="0" tIns="0" rIns="0" bIns="0" rtlCol="0"/>
            <a:lstStyle/>
            <a:p>
              <a:endParaRPr/>
            </a:p>
          </p:txBody>
        </p:sp>
        <p:sp>
          <p:nvSpPr>
            <p:cNvPr id="7" name="object 7"/>
            <p:cNvSpPr/>
            <p:nvPr/>
          </p:nvSpPr>
          <p:spPr>
            <a:xfrm>
              <a:off x="7976235" y="2898266"/>
              <a:ext cx="1452880" cy="723900"/>
            </a:xfrm>
            <a:custGeom>
              <a:avLst/>
              <a:gdLst/>
              <a:ahLst/>
              <a:cxnLst/>
              <a:rect l="l" t="t" r="r" b="b"/>
              <a:pathLst>
                <a:path w="1452879" h="723900">
                  <a:moveTo>
                    <a:pt x="0" y="0"/>
                  </a:moveTo>
                  <a:lnTo>
                    <a:pt x="1452372" y="0"/>
                  </a:lnTo>
                  <a:lnTo>
                    <a:pt x="1452372" y="723900"/>
                  </a:lnTo>
                  <a:lnTo>
                    <a:pt x="0" y="723900"/>
                  </a:lnTo>
                  <a:lnTo>
                    <a:pt x="0" y="0"/>
                  </a:lnTo>
                  <a:close/>
                </a:path>
              </a:pathLst>
            </a:custGeom>
            <a:ln w="12954">
              <a:solidFill>
                <a:srgbClr val="FF0000"/>
              </a:solidFill>
            </a:ln>
          </p:spPr>
          <p:txBody>
            <a:bodyPr wrap="square" lIns="0" tIns="0" rIns="0" bIns="0" rtlCol="0"/>
            <a:lstStyle/>
            <a:p>
              <a:endParaRPr/>
            </a:p>
          </p:txBody>
        </p:sp>
        <p:sp>
          <p:nvSpPr>
            <p:cNvPr id="8" name="object 8"/>
            <p:cNvSpPr/>
            <p:nvPr/>
          </p:nvSpPr>
          <p:spPr>
            <a:xfrm>
              <a:off x="7244715" y="2052447"/>
              <a:ext cx="889635" cy="393065"/>
            </a:xfrm>
            <a:custGeom>
              <a:avLst/>
              <a:gdLst/>
              <a:ahLst/>
              <a:cxnLst/>
              <a:rect l="l" t="t" r="r" b="b"/>
              <a:pathLst>
                <a:path w="889634" h="393064">
                  <a:moveTo>
                    <a:pt x="0" y="0"/>
                  </a:moveTo>
                  <a:lnTo>
                    <a:pt x="889266" y="392798"/>
                  </a:lnTo>
                </a:path>
              </a:pathLst>
            </a:custGeom>
            <a:ln w="25146">
              <a:solidFill>
                <a:srgbClr val="6F2F9F"/>
              </a:solidFill>
            </a:ln>
          </p:spPr>
          <p:txBody>
            <a:bodyPr wrap="square" lIns="0" tIns="0" rIns="0" bIns="0" rtlCol="0"/>
            <a:lstStyle/>
            <a:p>
              <a:endParaRPr/>
            </a:p>
          </p:txBody>
        </p:sp>
        <p:sp>
          <p:nvSpPr>
            <p:cNvPr id="9" name="object 9"/>
            <p:cNvSpPr/>
            <p:nvPr/>
          </p:nvSpPr>
          <p:spPr>
            <a:xfrm>
              <a:off x="8096710" y="2382027"/>
              <a:ext cx="142240" cy="116205"/>
            </a:xfrm>
            <a:custGeom>
              <a:avLst/>
              <a:gdLst/>
              <a:ahLst/>
              <a:cxnLst/>
              <a:rect l="l" t="t" r="r" b="b"/>
              <a:pathLst>
                <a:path w="142240" h="116205">
                  <a:moveTo>
                    <a:pt x="51320" y="0"/>
                  </a:moveTo>
                  <a:lnTo>
                    <a:pt x="0" y="116166"/>
                  </a:lnTo>
                  <a:lnTo>
                    <a:pt x="141833" y="109410"/>
                  </a:lnTo>
                  <a:lnTo>
                    <a:pt x="51320" y="0"/>
                  </a:lnTo>
                  <a:close/>
                </a:path>
              </a:pathLst>
            </a:custGeom>
            <a:solidFill>
              <a:srgbClr val="6F2F9F"/>
            </a:solidFill>
          </p:spPr>
          <p:txBody>
            <a:bodyPr wrap="square" lIns="0" tIns="0" rIns="0" bIns="0" rtlCol="0"/>
            <a:lstStyle/>
            <a:p>
              <a:endParaRPr/>
            </a:p>
          </p:txBody>
        </p:sp>
        <p:sp>
          <p:nvSpPr>
            <p:cNvPr id="10" name="object 10"/>
            <p:cNvSpPr/>
            <p:nvPr/>
          </p:nvSpPr>
          <p:spPr>
            <a:xfrm>
              <a:off x="7244715" y="5472123"/>
              <a:ext cx="709930" cy="195580"/>
            </a:xfrm>
            <a:custGeom>
              <a:avLst/>
              <a:gdLst/>
              <a:ahLst/>
              <a:cxnLst/>
              <a:rect l="l" t="t" r="r" b="b"/>
              <a:pathLst>
                <a:path w="709929" h="195579">
                  <a:moveTo>
                    <a:pt x="0" y="195059"/>
                  </a:moveTo>
                  <a:lnTo>
                    <a:pt x="709447" y="0"/>
                  </a:lnTo>
                </a:path>
              </a:pathLst>
            </a:custGeom>
            <a:ln w="25146">
              <a:solidFill>
                <a:srgbClr val="00AFEF"/>
              </a:solidFill>
            </a:ln>
          </p:spPr>
          <p:txBody>
            <a:bodyPr wrap="square" lIns="0" tIns="0" rIns="0" bIns="0" rtlCol="0"/>
            <a:lstStyle/>
            <a:p>
              <a:endParaRPr/>
            </a:p>
          </p:txBody>
        </p:sp>
        <p:sp>
          <p:nvSpPr>
            <p:cNvPr id="11" name="object 11"/>
            <p:cNvSpPr/>
            <p:nvPr/>
          </p:nvSpPr>
          <p:spPr>
            <a:xfrm>
              <a:off x="7925092" y="5414270"/>
              <a:ext cx="139700" cy="122555"/>
            </a:xfrm>
            <a:custGeom>
              <a:avLst/>
              <a:gdLst/>
              <a:ahLst/>
              <a:cxnLst/>
              <a:rect l="l" t="t" r="r" b="b"/>
              <a:pathLst>
                <a:path w="139700" h="122554">
                  <a:moveTo>
                    <a:pt x="0" y="0"/>
                  </a:moveTo>
                  <a:lnTo>
                    <a:pt x="33667" y="122453"/>
                  </a:lnTo>
                  <a:lnTo>
                    <a:pt x="139280" y="27546"/>
                  </a:lnTo>
                  <a:lnTo>
                    <a:pt x="0" y="0"/>
                  </a:lnTo>
                  <a:close/>
                </a:path>
              </a:pathLst>
            </a:custGeom>
            <a:solidFill>
              <a:srgbClr val="00AFEF"/>
            </a:solidFill>
          </p:spPr>
          <p:txBody>
            <a:bodyPr wrap="square" lIns="0" tIns="0" rIns="0" bIns="0" rtlCol="0"/>
            <a:lstStyle/>
            <a:p>
              <a:endParaRPr/>
            </a:p>
          </p:txBody>
        </p:sp>
        <p:sp>
          <p:nvSpPr>
            <p:cNvPr id="12" name="object 12"/>
            <p:cNvSpPr/>
            <p:nvPr/>
          </p:nvSpPr>
          <p:spPr>
            <a:xfrm>
              <a:off x="7976235" y="5197221"/>
              <a:ext cx="1647825" cy="489584"/>
            </a:xfrm>
            <a:custGeom>
              <a:avLst/>
              <a:gdLst/>
              <a:ahLst/>
              <a:cxnLst/>
              <a:rect l="l" t="t" r="r" b="b"/>
              <a:pathLst>
                <a:path w="1647825" h="489585">
                  <a:moveTo>
                    <a:pt x="0" y="0"/>
                  </a:moveTo>
                  <a:lnTo>
                    <a:pt x="1647444" y="0"/>
                  </a:lnTo>
                  <a:lnTo>
                    <a:pt x="1647444" y="489203"/>
                  </a:lnTo>
                  <a:lnTo>
                    <a:pt x="0" y="489203"/>
                  </a:lnTo>
                  <a:lnTo>
                    <a:pt x="0" y="0"/>
                  </a:lnTo>
                  <a:close/>
                </a:path>
              </a:pathLst>
            </a:custGeom>
            <a:ln w="12954">
              <a:solidFill>
                <a:srgbClr val="00AFEF"/>
              </a:solidFill>
            </a:ln>
          </p:spPr>
          <p:txBody>
            <a:bodyPr wrap="square" lIns="0" tIns="0" rIns="0" bIns="0" rtlCol="0"/>
            <a:lstStyle/>
            <a:p>
              <a:endParaRPr/>
            </a:p>
          </p:txBody>
        </p:sp>
        <p:sp>
          <p:nvSpPr>
            <p:cNvPr id="13" name="object 13"/>
            <p:cNvSpPr/>
            <p:nvPr/>
          </p:nvSpPr>
          <p:spPr>
            <a:xfrm>
              <a:off x="7246239" y="4090117"/>
              <a:ext cx="721995" cy="464184"/>
            </a:xfrm>
            <a:custGeom>
              <a:avLst/>
              <a:gdLst/>
              <a:ahLst/>
              <a:cxnLst/>
              <a:rect l="l" t="t" r="r" b="b"/>
              <a:pathLst>
                <a:path w="721995" h="464185">
                  <a:moveTo>
                    <a:pt x="0" y="464070"/>
                  </a:moveTo>
                  <a:lnTo>
                    <a:pt x="721982" y="0"/>
                  </a:lnTo>
                </a:path>
              </a:pathLst>
            </a:custGeom>
            <a:ln w="25146">
              <a:solidFill>
                <a:srgbClr val="00AF50"/>
              </a:solidFill>
            </a:ln>
          </p:spPr>
          <p:txBody>
            <a:bodyPr wrap="square" lIns="0" tIns="0" rIns="0" bIns="0" rtlCol="0"/>
            <a:lstStyle/>
            <a:p>
              <a:endParaRPr/>
            </a:p>
          </p:txBody>
        </p:sp>
        <p:sp>
          <p:nvSpPr>
            <p:cNvPr id="14" name="object 14"/>
            <p:cNvSpPr/>
            <p:nvPr/>
          </p:nvSpPr>
          <p:spPr>
            <a:xfrm>
              <a:off x="7923212" y="4028318"/>
              <a:ext cx="141605" cy="122555"/>
            </a:xfrm>
            <a:custGeom>
              <a:avLst/>
              <a:gdLst/>
              <a:ahLst/>
              <a:cxnLst/>
              <a:rect l="l" t="t" r="r" b="b"/>
              <a:pathLst>
                <a:path w="141604" h="122554">
                  <a:moveTo>
                    <a:pt x="141160" y="0"/>
                  </a:moveTo>
                  <a:lnTo>
                    <a:pt x="0" y="15252"/>
                  </a:lnTo>
                  <a:lnTo>
                    <a:pt x="68668" y="122085"/>
                  </a:lnTo>
                  <a:lnTo>
                    <a:pt x="141160" y="0"/>
                  </a:lnTo>
                  <a:close/>
                </a:path>
              </a:pathLst>
            </a:custGeom>
            <a:solidFill>
              <a:srgbClr val="00AF50"/>
            </a:solidFill>
          </p:spPr>
          <p:txBody>
            <a:bodyPr wrap="square" lIns="0" tIns="0" rIns="0" bIns="0" rtlCol="0"/>
            <a:lstStyle/>
            <a:p>
              <a:endParaRPr/>
            </a:p>
          </p:txBody>
        </p:sp>
        <p:sp>
          <p:nvSpPr>
            <p:cNvPr id="15" name="object 15"/>
            <p:cNvSpPr/>
            <p:nvPr/>
          </p:nvSpPr>
          <p:spPr>
            <a:xfrm>
              <a:off x="7976235" y="3639692"/>
              <a:ext cx="1452880" cy="489584"/>
            </a:xfrm>
            <a:custGeom>
              <a:avLst/>
              <a:gdLst/>
              <a:ahLst/>
              <a:cxnLst/>
              <a:rect l="l" t="t" r="r" b="b"/>
              <a:pathLst>
                <a:path w="1452879" h="489585">
                  <a:moveTo>
                    <a:pt x="0" y="0"/>
                  </a:moveTo>
                  <a:lnTo>
                    <a:pt x="1452372" y="0"/>
                  </a:lnTo>
                  <a:lnTo>
                    <a:pt x="1452372" y="489203"/>
                  </a:lnTo>
                  <a:lnTo>
                    <a:pt x="0" y="489203"/>
                  </a:lnTo>
                  <a:lnTo>
                    <a:pt x="0" y="0"/>
                  </a:lnTo>
                  <a:close/>
                </a:path>
              </a:pathLst>
            </a:custGeom>
            <a:ln w="12954">
              <a:solidFill>
                <a:srgbClr val="00AF50"/>
              </a:solidFill>
            </a:ln>
          </p:spPr>
          <p:txBody>
            <a:bodyPr wrap="square" lIns="0" tIns="0" rIns="0" bIns="0" rtlCol="0"/>
            <a:lstStyle/>
            <a:p>
              <a:endParaRPr/>
            </a:p>
          </p:txBody>
        </p:sp>
      </p:grpSp>
      <p:sp>
        <p:nvSpPr>
          <p:cNvPr id="16" name="object 16"/>
          <p:cNvSpPr txBox="1"/>
          <p:nvPr/>
        </p:nvSpPr>
        <p:spPr>
          <a:xfrm>
            <a:off x="1309832" y="1582959"/>
            <a:ext cx="3450590" cy="4248785"/>
          </a:xfrm>
          <a:prstGeom prst="rect">
            <a:avLst/>
          </a:prstGeom>
        </p:spPr>
        <p:txBody>
          <a:bodyPr vert="horz" wrap="square" lIns="0" tIns="12065" rIns="0" bIns="0" rtlCol="0">
            <a:spAutoFit/>
          </a:bodyPr>
          <a:lstStyle/>
          <a:p>
            <a:pPr marL="12700" marR="6985" indent="397510" algn="r">
              <a:lnSpc>
                <a:spcPct val="100000"/>
              </a:lnSpc>
              <a:spcBef>
                <a:spcPts val="95"/>
              </a:spcBef>
            </a:pPr>
            <a:r>
              <a:rPr sz="2000" b="1" spc="-5" dirty="0">
                <a:solidFill>
                  <a:srgbClr val="6F2F9F"/>
                </a:solidFill>
                <a:latin typeface="Consolas"/>
                <a:cs typeface="Consolas"/>
              </a:rPr>
              <a:t>p</a:t>
            </a:r>
            <a:r>
              <a:rPr sz="2000" b="1" spc="-10" dirty="0">
                <a:solidFill>
                  <a:srgbClr val="6F2F9F"/>
                </a:solidFill>
                <a:latin typeface="Consolas"/>
                <a:cs typeface="Consolas"/>
              </a:rPr>
              <a:t>u</a:t>
            </a:r>
            <a:r>
              <a:rPr sz="2000" b="1" spc="-5" dirty="0">
                <a:solidFill>
                  <a:srgbClr val="6F2F9F"/>
                </a:solidFill>
                <a:latin typeface="Consolas"/>
                <a:cs typeface="Consolas"/>
              </a:rPr>
              <a:t>b</a:t>
            </a:r>
            <a:r>
              <a:rPr sz="2000" b="1" spc="-10" dirty="0">
                <a:solidFill>
                  <a:srgbClr val="6F2F9F"/>
                </a:solidFill>
                <a:latin typeface="Consolas"/>
                <a:cs typeface="Consolas"/>
              </a:rPr>
              <a:t>l</a:t>
            </a:r>
            <a:r>
              <a:rPr sz="2000" b="1" spc="-5" dirty="0">
                <a:solidFill>
                  <a:srgbClr val="6F2F9F"/>
                </a:solidFill>
                <a:latin typeface="Consolas"/>
                <a:cs typeface="Consolas"/>
              </a:rPr>
              <a:t>ic</a:t>
            </a:r>
            <a:r>
              <a:rPr sz="2000" b="1" spc="-640" dirty="0">
                <a:solidFill>
                  <a:srgbClr val="6F2F9F"/>
                </a:solidFill>
                <a:latin typeface="Consolas"/>
                <a:cs typeface="Consolas"/>
              </a:rPr>
              <a:t> </a:t>
            </a:r>
            <a:r>
              <a:rPr sz="2000" spc="-5" dirty="0">
                <a:solidFill>
                  <a:srgbClr val="6F2F9F"/>
                </a:solidFill>
                <a:latin typeface="Calibri"/>
                <a:cs typeface="Calibri"/>
              </a:rPr>
              <a:t>ho</a:t>
            </a:r>
            <a:r>
              <a:rPr sz="2000" spc="-10" dirty="0">
                <a:solidFill>
                  <a:srgbClr val="6F2F9F"/>
                </a:solidFill>
                <a:latin typeface="Calibri"/>
                <a:cs typeface="Calibri"/>
              </a:rPr>
              <a:t>l</a:t>
            </a:r>
            <a:r>
              <a:rPr sz="2000" spc="-5" dirty="0">
                <a:solidFill>
                  <a:srgbClr val="6F2F9F"/>
                </a:solidFill>
                <a:latin typeface="Calibri"/>
                <a:cs typeface="Calibri"/>
              </a:rPr>
              <a:t>ds</a:t>
            </a:r>
            <a:r>
              <a:rPr sz="2000" dirty="0">
                <a:solidFill>
                  <a:srgbClr val="6F2F9F"/>
                </a:solidFill>
                <a:latin typeface="Calibri"/>
                <a:cs typeface="Calibri"/>
              </a:rPr>
              <a:t> </a:t>
            </a:r>
            <a:r>
              <a:rPr sz="2000" spc="-5" dirty="0">
                <a:solidFill>
                  <a:srgbClr val="6F2F9F"/>
                </a:solidFill>
                <a:latin typeface="Calibri"/>
                <a:cs typeface="Calibri"/>
              </a:rPr>
              <a:t>the</a:t>
            </a:r>
            <a:r>
              <a:rPr sz="2000" spc="10" dirty="0">
                <a:solidFill>
                  <a:srgbClr val="6F2F9F"/>
                </a:solidFill>
                <a:latin typeface="Calibri"/>
                <a:cs typeface="Calibri"/>
              </a:rPr>
              <a:t> </a:t>
            </a:r>
            <a:r>
              <a:rPr sz="2000" spc="-10" dirty="0">
                <a:solidFill>
                  <a:srgbClr val="6F2F9F"/>
                </a:solidFill>
                <a:latin typeface="Calibri"/>
                <a:cs typeface="Calibri"/>
              </a:rPr>
              <a:t>i</a:t>
            </a:r>
            <a:r>
              <a:rPr sz="2000" spc="-5" dirty="0">
                <a:solidFill>
                  <a:srgbClr val="6F2F9F"/>
                </a:solidFill>
                <a:latin typeface="Calibri"/>
                <a:cs typeface="Calibri"/>
              </a:rPr>
              <a:t>n</a:t>
            </a:r>
            <a:r>
              <a:rPr sz="2000" spc="-10" dirty="0">
                <a:solidFill>
                  <a:srgbClr val="6F2F9F"/>
                </a:solidFill>
                <a:latin typeface="Calibri"/>
                <a:cs typeface="Calibri"/>
              </a:rPr>
              <a:t>i</a:t>
            </a:r>
            <a:r>
              <a:rPr sz="2000" spc="-5" dirty="0">
                <a:solidFill>
                  <a:srgbClr val="6F2F9F"/>
                </a:solidFill>
                <a:latin typeface="Calibri"/>
                <a:cs typeface="Calibri"/>
              </a:rPr>
              <a:t>t</a:t>
            </a:r>
            <a:r>
              <a:rPr sz="2000" spc="-10" dirty="0">
                <a:solidFill>
                  <a:srgbClr val="6F2F9F"/>
                </a:solidFill>
                <a:latin typeface="Calibri"/>
                <a:cs typeface="Calibri"/>
              </a:rPr>
              <a:t>i</a:t>
            </a:r>
            <a:r>
              <a:rPr sz="2000" spc="-5" dirty="0">
                <a:solidFill>
                  <a:srgbClr val="6F2F9F"/>
                </a:solidFill>
                <a:latin typeface="Calibri"/>
                <a:cs typeface="Calibri"/>
              </a:rPr>
              <a:t>al</a:t>
            </a:r>
            <a:r>
              <a:rPr sz="2000" spc="20" dirty="0">
                <a:solidFill>
                  <a:srgbClr val="6F2F9F"/>
                </a:solidFill>
                <a:latin typeface="Calibri"/>
                <a:cs typeface="Calibri"/>
              </a:rPr>
              <a:t> </a:t>
            </a:r>
            <a:r>
              <a:rPr sz="2000" spc="-25" dirty="0">
                <a:solidFill>
                  <a:srgbClr val="6F2F9F"/>
                </a:solidFill>
                <a:latin typeface="Calibri"/>
                <a:cs typeface="Calibri"/>
              </a:rPr>
              <a:t>h</a:t>
            </a:r>
            <a:r>
              <a:rPr sz="2000" spc="-5" dirty="0">
                <a:solidFill>
                  <a:srgbClr val="6F2F9F"/>
                </a:solidFill>
                <a:latin typeface="Calibri"/>
                <a:cs typeface="Calibri"/>
              </a:rPr>
              <a:t>t</a:t>
            </a:r>
            <a:r>
              <a:rPr sz="2000" spc="-10" dirty="0">
                <a:solidFill>
                  <a:srgbClr val="6F2F9F"/>
                </a:solidFill>
                <a:latin typeface="Calibri"/>
                <a:cs typeface="Calibri"/>
              </a:rPr>
              <a:t>m</a:t>
            </a:r>
            <a:r>
              <a:rPr sz="2000" spc="-5" dirty="0">
                <a:solidFill>
                  <a:srgbClr val="6F2F9F"/>
                </a:solidFill>
                <a:latin typeface="Calibri"/>
                <a:cs typeface="Calibri"/>
              </a:rPr>
              <a:t>l  document</a:t>
            </a:r>
            <a:r>
              <a:rPr sz="2000" spc="-10" dirty="0">
                <a:solidFill>
                  <a:srgbClr val="6F2F9F"/>
                </a:solidFill>
                <a:latin typeface="Calibri"/>
                <a:cs typeface="Calibri"/>
              </a:rPr>
              <a:t> </a:t>
            </a:r>
            <a:r>
              <a:rPr sz="2000" spc="-5" dirty="0">
                <a:solidFill>
                  <a:srgbClr val="6F2F9F"/>
                </a:solidFill>
                <a:latin typeface="Calibri"/>
                <a:cs typeface="Calibri"/>
              </a:rPr>
              <a:t>and</a:t>
            </a:r>
            <a:r>
              <a:rPr sz="2000" spc="-10" dirty="0">
                <a:solidFill>
                  <a:srgbClr val="6F2F9F"/>
                </a:solidFill>
                <a:latin typeface="Calibri"/>
                <a:cs typeface="Calibri"/>
              </a:rPr>
              <a:t> </a:t>
            </a:r>
            <a:r>
              <a:rPr sz="2000" spc="-5" dirty="0">
                <a:solidFill>
                  <a:srgbClr val="6F2F9F"/>
                </a:solidFill>
                <a:latin typeface="Calibri"/>
                <a:cs typeface="Calibri"/>
              </a:rPr>
              <a:t>other</a:t>
            </a:r>
            <a:r>
              <a:rPr sz="2000" spc="-10" dirty="0">
                <a:solidFill>
                  <a:srgbClr val="6F2F9F"/>
                </a:solidFill>
                <a:latin typeface="Calibri"/>
                <a:cs typeface="Calibri"/>
              </a:rPr>
              <a:t> </a:t>
            </a:r>
            <a:r>
              <a:rPr sz="2000" spc="-15" dirty="0">
                <a:solidFill>
                  <a:srgbClr val="6F2F9F"/>
                </a:solidFill>
                <a:latin typeface="Calibri"/>
                <a:cs typeface="Calibri"/>
              </a:rPr>
              <a:t>static</a:t>
            </a:r>
            <a:r>
              <a:rPr sz="2000" spc="5" dirty="0">
                <a:solidFill>
                  <a:srgbClr val="6F2F9F"/>
                </a:solidFill>
                <a:latin typeface="Calibri"/>
                <a:cs typeface="Calibri"/>
              </a:rPr>
              <a:t> </a:t>
            </a:r>
            <a:r>
              <a:rPr sz="2000" spc="-5" dirty="0">
                <a:solidFill>
                  <a:srgbClr val="6F2F9F"/>
                </a:solidFill>
                <a:latin typeface="Calibri"/>
                <a:cs typeface="Calibri"/>
              </a:rPr>
              <a:t>assets</a:t>
            </a:r>
            <a:endParaRPr sz="2000" dirty="0">
              <a:latin typeface="Calibri"/>
              <a:cs typeface="Calibri"/>
            </a:endParaRPr>
          </a:p>
          <a:p>
            <a:pPr>
              <a:lnSpc>
                <a:spcPct val="100000"/>
              </a:lnSpc>
            </a:pPr>
            <a:endParaRPr sz="2000" dirty="0">
              <a:latin typeface="Calibri"/>
              <a:cs typeface="Calibri"/>
            </a:endParaRPr>
          </a:p>
          <a:p>
            <a:pPr>
              <a:lnSpc>
                <a:spcPct val="100000"/>
              </a:lnSpc>
              <a:spcBef>
                <a:spcPts val="35"/>
              </a:spcBef>
            </a:pPr>
            <a:endParaRPr sz="2600" dirty="0">
              <a:latin typeface="Calibri"/>
              <a:cs typeface="Calibri"/>
            </a:endParaRPr>
          </a:p>
          <a:p>
            <a:pPr marL="1502410" marR="6985" indent="-57150" algn="r">
              <a:lnSpc>
                <a:spcPct val="100000"/>
              </a:lnSpc>
            </a:pPr>
            <a:r>
              <a:rPr sz="2000" b="1" spc="-10" dirty="0">
                <a:solidFill>
                  <a:srgbClr val="FF0000"/>
                </a:solidFill>
                <a:latin typeface="Consolas"/>
                <a:cs typeface="Consolas"/>
              </a:rPr>
              <a:t>A</a:t>
            </a:r>
            <a:r>
              <a:rPr sz="2000" b="1" spc="-5" dirty="0">
                <a:solidFill>
                  <a:srgbClr val="FF0000"/>
                </a:solidFill>
                <a:latin typeface="Consolas"/>
                <a:cs typeface="Consolas"/>
              </a:rPr>
              <a:t>pp</a:t>
            </a:r>
            <a:r>
              <a:rPr sz="2000" b="1" spc="-645" dirty="0">
                <a:solidFill>
                  <a:srgbClr val="FF0000"/>
                </a:solidFill>
                <a:latin typeface="Consolas"/>
                <a:cs typeface="Consolas"/>
              </a:rPr>
              <a:t> </a:t>
            </a:r>
            <a:r>
              <a:rPr sz="2000" spc="-10" dirty="0">
                <a:solidFill>
                  <a:srgbClr val="FF0000"/>
                </a:solidFill>
                <a:latin typeface="Calibri"/>
                <a:cs typeface="Calibri"/>
              </a:rPr>
              <a:t>i</a:t>
            </a:r>
            <a:r>
              <a:rPr sz="2000" spc="-5" dirty="0">
                <a:solidFill>
                  <a:srgbClr val="FF0000"/>
                </a:solidFill>
                <a:latin typeface="Calibri"/>
                <a:cs typeface="Calibri"/>
              </a:rPr>
              <a:t>s</a:t>
            </a:r>
            <a:r>
              <a:rPr sz="2000" spc="5" dirty="0">
                <a:solidFill>
                  <a:srgbClr val="FF0000"/>
                </a:solidFill>
                <a:latin typeface="Calibri"/>
                <a:cs typeface="Calibri"/>
              </a:rPr>
              <a:t> </a:t>
            </a:r>
            <a:r>
              <a:rPr sz="2000" spc="-5" dirty="0">
                <a:solidFill>
                  <a:srgbClr val="FF0000"/>
                </a:solidFill>
                <a:latin typeface="Calibri"/>
                <a:cs typeface="Calibri"/>
              </a:rPr>
              <a:t>a</a:t>
            </a:r>
            <a:r>
              <a:rPr sz="2000" spc="5" dirty="0">
                <a:solidFill>
                  <a:srgbClr val="FF0000"/>
                </a:solidFill>
                <a:latin typeface="Calibri"/>
                <a:cs typeface="Calibri"/>
              </a:rPr>
              <a:t> </a:t>
            </a:r>
            <a:r>
              <a:rPr sz="2000" spc="-5" dirty="0">
                <a:solidFill>
                  <a:srgbClr val="FF0000"/>
                </a:solidFill>
                <a:latin typeface="Calibri"/>
                <a:cs typeface="Calibri"/>
              </a:rPr>
              <a:t>bo</a:t>
            </a:r>
            <a:r>
              <a:rPr sz="2000" spc="-10" dirty="0">
                <a:solidFill>
                  <a:srgbClr val="FF0000"/>
                </a:solidFill>
                <a:latin typeface="Calibri"/>
                <a:cs typeface="Calibri"/>
              </a:rPr>
              <a:t>il</a:t>
            </a:r>
            <a:r>
              <a:rPr sz="2000" spc="-5" dirty="0">
                <a:solidFill>
                  <a:srgbClr val="FF0000"/>
                </a:solidFill>
                <a:latin typeface="Calibri"/>
                <a:cs typeface="Calibri"/>
              </a:rPr>
              <a:t>e</a:t>
            </a:r>
            <a:r>
              <a:rPr sz="2000" spc="-10" dirty="0">
                <a:solidFill>
                  <a:srgbClr val="FF0000"/>
                </a:solidFill>
                <a:latin typeface="Calibri"/>
                <a:cs typeface="Calibri"/>
              </a:rPr>
              <a:t>r</a:t>
            </a:r>
            <a:r>
              <a:rPr sz="2000" spc="-5" dirty="0">
                <a:solidFill>
                  <a:srgbClr val="FF0000"/>
                </a:solidFill>
                <a:latin typeface="Calibri"/>
                <a:cs typeface="Calibri"/>
              </a:rPr>
              <a:t>p</a:t>
            </a:r>
            <a:r>
              <a:rPr sz="2000" spc="-10" dirty="0">
                <a:solidFill>
                  <a:srgbClr val="FF0000"/>
                </a:solidFill>
                <a:latin typeface="Calibri"/>
                <a:cs typeface="Calibri"/>
              </a:rPr>
              <a:t>l</a:t>
            </a:r>
            <a:r>
              <a:rPr sz="2000" spc="-25" dirty="0">
                <a:solidFill>
                  <a:srgbClr val="FF0000"/>
                </a:solidFill>
                <a:latin typeface="Calibri"/>
                <a:cs typeface="Calibri"/>
              </a:rPr>
              <a:t>a</a:t>
            </a:r>
            <a:r>
              <a:rPr sz="2000" spc="-30" dirty="0">
                <a:solidFill>
                  <a:srgbClr val="FF0000"/>
                </a:solidFill>
                <a:latin typeface="Calibri"/>
                <a:cs typeface="Calibri"/>
              </a:rPr>
              <a:t>t</a:t>
            </a:r>
            <a:r>
              <a:rPr sz="2000" spc="-5" dirty="0">
                <a:solidFill>
                  <a:srgbClr val="FF0000"/>
                </a:solidFill>
                <a:latin typeface="Calibri"/>
                <a:cs typeface="Calibri"/>
              </a:rPr>
              <a:t>e  </a:t>
            </a:r>
            <a:r>
              <a:rPr sz="2000" spc="-15" dirty="0">
                <a:solidFill>
                  <a:srgbClr val="FF0000"/>
                </a:solidFill>
                <a:latin typeface="Calibri"/>
                <a:cs typeface="Calibri"/>
              </a:rPr>
              <a:t>starter</a:t>
            </a:r>
            <a:r>
              <a:rPr sz="2000" spc="-20" dirty="0">
                <a:solidFill>
                  <a:srgbClr val="FF0000"/>
                </a:solidFill>
                <a:latin typeface="Calibri"/>
                <a:cs typeface="Calibri"/>
              </a:rPr>
              <a:t> </a:t>
            </a:r>
            <a:r>
              <a:rPr sz="2000" spc="-10" dirty="0">
                <a:solidFill>
                  <a:srgbClr val="FF0000"/>
                </a:solidFill>
                <a:latin typeface="Calibri"/>
                <a:cs typeface="Calibri"/>
              </a:rPr>
              <a:t>component</a:t>
            </a:r>
            <a:endParaRPr sz="2000" dirty="0">
              <a:latin typeface="Calibri"/>
              <a:cs typeface="Calibri"/>
            </a:endParaRPr>
          </a:p>
          <a:p>
            <a:pPr>
              <a:lnSpc>
                <a:spcPct val="100000"/>
              </a:lnSpc>
            </a:pPr>
            <a:endParaRPr sz="2000" dirty="0">
              <a:latin typeface="Calibri"/>
              <a:cs typeface="Calibri"/>
            </a:endParaRPr>
          </a:p>
          <a:p>
            <a:pPr>
              <a:lnSpc>
                <a:spcPct val="100000"/>
              </a:lnSpc>
              <a:spcBef>
                <a:spcPts val="50"/>
              </a:spcBef>
            </a:pPr>
            <a:endParaRPr sz="1600" dirty="0">
              <a:latin typeface="Calibri"/>
              <a:cs typeface="Calibri"/>
            </a:endParaRPr>
          </a:p>
          <a:p>
            <a:pPr marL="1585595" marR="5080" indent="119380" algn="r">
              <a:lnSpc>
                <a:spcPct val="100000"/>
              </a:lnSpc>
            </a:pPr>
            <a:r>
              <a:rPr sz="2000" b="1" spc="-10" dirty="0">
                <a:solidFill>
                  <a:srgbClr val="00AF50"/>
                </a:solidFill>
                <a:latin typeface="Consolas"/>
                <a:cs typeface="Consolas"/>
              </a:rPr>
              <a:t>i</a:t>
            </a:r>
            <a:r>
              <a:rPr sz="2000" b="1" spc="-5" dirty="0">
                <a:solidFill>
                  <a:srgbClr val="00AF50"/>
                </a:solidFill>
                <a:latin typeface="Consolas"/>
                <a:cs typeface="Consolas"/>
              </a:rPr>
              <a:t>n</a:t>
            </a:r>
            <a:r>
              <a:rPr sz="2000" b="1" spc="-10" dirty="0">
                <a:solidFill>
                  <a:srgbClr val="00AF50"/>
                </a:solidFill>
                <a:latin typeface="Consolas"/>
                <a:cs typeface="Consolas"/>
              </a:rPr>
              <a:t>d</a:t>
            </a:r>
            <a:r>
              <a:rPr sz="2000" b="1" spc="-5" dirty="0">
                <a:solidFill>
                  <a:srgbClr val="00AF50"/>
                </a:solidFill>
                <a:latin typeface="Consolas"/>
                <a:cs typeface="Consolas"/>
              </a:rPr>
              <a:t>e</a:t>
            </a:r>
            <a:r>
              <a:rPr sz="2000" b="1" spc="-10" dirty="0">
                <a:solidFill>
                  <a:srgbClr val="00AF50"/>
                </a:solidFill>
                <a:latin typeface="Consolas"/>
                <a:cs typeface="Consolas"/>
              </a:rPr>
              <a:t>x</a:t>
            </a:r>
            <a:r>
              <a:rPr sz="2000" b="1" spc="-5" dirty="0">
                <a:solidFill>
                  <a:srgbClr val="00AF50"/>
                </a:solidFill>
                <a:latin typeface="Consolas"/>
                <a:cs typeface="Consolas"/>
              </a:rPr>
              <a:t>.</a:t>
            </a:r>
            <a:r>
              <a:rPr sz="2000" b="1" spc="-10" dirty="0">
                <a:solidFill>
                  <a:srgbClr val="00AF50"/>
                </a:solidFill>
                <a:latin typeface="Consolas"/>
                <a:cs typeface="Consolas"/>
              </a:rPr>
              <a:t>j</a:t>
            </a:r>
            <a:r>
              <a:rPr sz="2000" b="1" spc="-5" dirty="0">
                <a:solidFill>
                  <a:srgbClr val="00AF50"/>
                </a:solidFill>
                <a:latin typeface="Consolas"/>
                <a:cs typeface="Consolas"/>
              </a:rPr>
              <a:t>s</a:t>
            </a:r>
            <a:r>
              <a:rPr sz="2000" b="1" spc="-635" dirty="0">
                <a:solidFill>
                  <a:srgbClr val="00AF50"/>
                </a:solidFill>
                <a:latin typeface="Consolas"/>
                <a:cs typeface="Consolas"/>
              </a:rPr>
              <a:t> </a:t>
            </a:r>
            <a:r>
              <a:rPr sz="2000" spc="-10" dirty="0">
                <a:solidFill>
                  <a:srgbClr val="00AF50"/>
                </a:solidFill>
                <a:latin typeface="Calibri"/>
                <a:cs typeface="Calibri"/>
              </a:rPr>
              <a:t>binds  React </a:t>
            </a:r>
            <a:r>
              <a:rPr sz="2000" spc="-15" dirty="0">
                <a:solidFill>
                  <a:srgbClr val="00AF50"/>
                </a:solidFill>
                <a:latin typeface="Calibri"/>
                <a:cs typeface="Calibri"/>
              </a:rPr>
              <a:t>to</a:t>
            </a:r>
            <a:r>
              <a:rPr sz="2000" spc="-30" dirty="0">
                <a:solidFill>
                  <a:srgbClr val="00AF50"/>
                </a:solidFill>
                <a:latin typeface="Calibri"/>
                <a:cs typeface="Calibri"/>
              </a:rPr>
              <a:t> </a:t>
            </a:r>
            <a:r>
              <a:rPr sz="2000" spc="-5" dirty="0">
                <a:solidFill>
                  <a:srgbClr val="00AF50"/>
                </a:solidFill>
                <a:latin typeface="Calibri"/>
                <a:cs typeface="Calibri"/>
              </a:rPr>
              <a:t>the</a:t>
            </a:r>
            <a:r>
              <a:rPr sz="2000" spc="-15" dirty="0">
                <a:solidFill>
                  <a:srgbClr val="00AF50"/>
                </a:solidFill>
                <a:latin typeface="Calibri"/>
                <a:cs typeface="Calibri"/>
              </a:rPr>
              <a:t> </a:t>
            </a:r>
            <a:r>
              <a:rPr sz="2000" spc="-5" dirty="0">
                <a:solidFill>
                  <a:srgbClr val="00AF50"/>
                </a:solidFill>
                <a:latin typeface="Calibri"/>
                <a:cs typeface="Calibri"/>
              </a:rPr>
              <a:t>DOM</a:t>
            </a:r>
            <a:endParaRPr sz="2000" dirty="0">
              <a:latin typeface="Calibri"/>
              <a:cs typeface="Calibri"/>
            </a:endParaRPr>
          </a:p>
          <a:p>
            <a:pPr>
              <a:lnSpc>
                <a:spcPct val="100000"/>
              </a:lnSpc>
            </a:pPr>
            <a:endParaRPr sz="2000" dirty="0">
              <a:latin typeface="Calibri"/>
              <a:cs typeface="Calibri"/>
            </a:endParaRPr>
          </a:p>
          <a:p>
            <a:pPr marL="1470660" marR="6350" indent="-840105">
              <a:lnSpc>
                <a:spcPct val="100000"/>
              </a:lnSpc>
              <a:spcBef>
                <a:spcPts val="1530"/>
              </a:spcBef>
            </a:pPr>
            <a:r>
              <a:rPr sz="2000" b="1" spc="-5" dirty="0">
                <a:solidFill>
                  <a:srgbClr val="00AFEF"/>
                </a:solidFill>
                <a:latin typeface="Consolas"/>
                <a:cs typeface="Consolas"/>
              </a:rPr>
              <a:t>p</a:t>
            </a:r>
            <a:r>
              <a:rPr sz="2000" b="1" spc="-10" dirty="0">
                <a:solidFill>
                  <a:srgbClr val="00AFEF"/>
                </a:solidFill>
                <a:latin typeface="Consolas"/>
                <a:cs typeface="Consolas"/>
              </a:rPr>
              <a:t>a</a:t>
            </a:r>
            <a:r>
              <a:rPr sz="2000" b="1" spc="-5" dirty="0">
                <a:solidFill>
                  <a:srgbClr val="00AFEF"/>
                </a:solidFill>
                <a:latin typeface="Consolas"/>
                <a:cs typeface="Consolas"/>
              </a:rPr>
              <a:t>c</a:t>
            </a:r>
            <a:r>
              <a:rPr sz="2000" b="1" spc="-10" dirty="0">
                <a:solidFill>
                  <a:srgbClr val="00AFEF"/>
                </a:solidFill>
                <a:latin typeface="Consolas"/>
                <a:cs typeface="Consolas"/>
              </a:rPr>
              <a:t>k</a:t>
            </a:r>
            <a:r>
              <a:rPr sz="2000" b="1" spc="-5" dirty="0">
                <a:solidFill>
                  <a:srgbClr val="00AFEF"/>
                </a:solidFill>
                <a:latin typeface="Consolas"/>
                <a:cs typeface="Consolas"/>
              </a:rPr>
              <a:t>a</a:t>
            </a:r>
            <a:r>
              <a:rPr sz="2000" b="1" spc="-10" dirty="0">
                <a:solidFill>
                  <a:srgbClr val="00AFEF"/>
                </a:solidFill>
                <a:latin typeface="Consolas"/>
                <a:cs typeface="Consolas"/>
              </a:rPr>
              <a:t>g</a:t>
            </a:r>
            <a:r>
              <a:rPr sz="2000" b="1" spc="-5" dirty="0">
                <a:solidFill>
                  <a:srgbClr val="00AFEF"/>
                </a:solidFill>
                <a:latin typeface="Consolas"/>
                <a:cs typeface="Consolas"/>
              </a:rPr>
              <a:t>e</a:t>
            </a:r>
            <a:r>
              <a:rPr sz="2000" b="1" spc="-10" dirty="0">
                <a:solidFill>
                  <a:srgbClr val="00AFEF"/>
                </a:solidFill>
                <a:latin typeface="Consolas"/>
                <a:cs typeface="Consolas"/>
              </a:rPr>
              <a:t>.</a:t>
            </a:r>
            <a:r>
              <a:rPr sz="2000" b="1" spc="-5" dirty="0">
                <a:solidFill>
                  <a:srgbClr val="00AFEF"/>
                </a:solidFill>
                <a:latin typeface="Consolas"/>
                <a:cs typeface="Consolas"/>
              </a:rPr>
              <a:t>js</a:t>
            </a:r>
            <a:r>
              <a:rPr sz="2000" b="1" spc="-10" dirty="0">
                <a:solidFill>
                  <a:srgbClr val="00AFEF"/>
                </a:solidFill>
                <a:latin typeface="Consolas"/>
                <a:cs typeface="Consolas"/>
              </a:rPr>
              <a:t>o</a:t>
            </a:r>
            <a:r>
              <a:rPr sz="2000" b="1" spc="-5" dirty="0">
                <a:solidFill>
                  <a:srgbClr val="00AFEF"/>
                </a:solidFill>
                <a:latin typeface="Consolas"/>
                <a:cs typeface="Consolas"/>
              </a:rPr>
              <a:t>n</a:t>
            </a:r>
            <a:r>
              <a:rPr sz="2000" b="1" spc="-635" dirty="0">
                <a:solidFill>
                  <a:srgbClr val="00AFEF"/>
                </a:solidFill>
                <a:latin typeface="Consolas"/>
                <a:cs typeface="Consolas"/>
              </a:rPr>
              <a:t> </a:t>
            </a:r>
            <a:r>
              <a:rPr sz="2000" spc="-25" dirty="0">
                <a:solidFill>
                  <a:srgbClr val="00AFEF"/>
                </a:solidFill>
                <a:latin typeface="Calibri"/>
                <a:cs typeface="Calibri"/>
              </a:rPr>
              <a:t>c</a:t>
            </a:r>
            <a:r>
              <a:rPr sz="2000" spc="-5" dirty="0">
                <a:solidFill>
                  <a:srgbClr val="00AFEF"/>
                </a:solidFill>
                <a:latin typeface="Calibri"/>
                <a:cs typeface="Calibri"/>
              </a:rPr>
              <a:t>o</a:t>
            </a:r>
            <a:r>
              <a:rPr sz="2000" spc="-20" dirty="0">
                <a:solidFill>
                  <a:srgbClr val="00AFEF"/>
                </a:solidFill>
                <a:latin typeface="Calibri"/>
                <a:cs typeface="Calibri"/>
              </a:rPr>
              <a:t>n</a:t>
            </a:r>
            <a:r>
              <a:rPr sz="2000" spc="-5" dirty="0">
                <a:solidFill>
                  <a:srgbClr val="00AFEF"/>
                </a:solidFill>
                <a:latin typeface="Calibri"/>
                <a:cs typeface="Calibri"/>
              </a:rPr>
              <a:t>f</a:t>
            </a:r>
            <a:r>
              <a:rPr sz="2000" spc="-10" dirty="0">
                <a:solidFill>
                  <a:srgbClr val="00AFEF"/>
                </a:solidFill>
                <a:latin typeface="Calibri"/>
                <a:cs typeface="Calibri"/>
              </a:rPr>
              <a:t>i</a:t>
            </a:r>
            <a:r>
              <a:rPr sz="2000" spc="-5" dirty="0">
                <a:solidFill>
                  <a:srgbClr val="00AFEF"/>
                </a:solidFill>
                <a:latin typeface="Calibri"/>
                <a:cs typeface="Calibri"/>
              </a:rPr>
              <a:t>gu</a:t>
            </a:r>
            <a:r>
              <a:rPr sz="2000" spc="-35" dirty="0">
                <a:solidFill>
                  <a:srgbClr val="00AFEF"/>
                </a:solidFill>
                <a:latin typeface="Calibri"/>
                <a:cs typeface="Calibri"/>
              </a:rPr>
              <a:t>r</a:t>
            </a:r>
            <a:r>
              <a:rPr sz="2000" spc="-5" dirty="0">
                <a:solidFill>
                  <a:srgbClr val="00AFEF"/>
                </a:solidFill>
                <a:latin typeface="Calibri"/>
                <a:cs typeface="Calibri"/>
              </a:rPr>
              <a:t>es  npm</a:t>
            </a:r>
            <a:r>
              <a:rPr sz="2000" spc="-90" dirty="0">
                <a:solidFill>
                  <a:srgbClr val="00AFEF"/>
                </a:solidFill>
                <a:latin typeface="Calibri"/>
                <a:cs typeface="Calibri"/>
              </a:rPr>
              <a:t> </a:t>
            </a:r>
            <a:r>
              <a:rPr sz="2000" spc="-5" dirty="0">
                <a:solidFill>
                  <a:srgbClr val="00AFEF"/>
                </a:solidFill>
                <a:latin typeface="Calibri"/>
                <a:cs typeface="Calibri"/>
              </a:rPr>
              <a:t>dependencies</a:t>
            </a:r>
            <a:endParaRPr sz="2000" dirty="0">
              <a:latin typeface="Calibri"/>
              <a:cs typeface="Calibri"/>
            </a:endParaRPr>
          </a:p>
        </p:txBody>
      </p:sp>
    </p:spTree>
    <p:extLst>
      <p:ext uri="{BB962C8B-B14F-4D97-AF65-F5344CB8AC3E}">
        <p14:creationId xmlns:p14="http://schemas.microsoft.com/office/powerpoint/2010/main" val="2066956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Components and Props:</a:t>
            </a:r>
            <a:endParaRPr lang="en-IN" dirty="0"/>
          </a:p>
        </p:txBody>
      </p:sp>
      <p:sp>
        <p:nvSpPr>
          <p:cNvPr id="3" name="Content Placeholder 2"/>
          <p:cNvSpPr>
            <a:spLocks noGrp="1"/>
          </p:cNvSpPr>
          <p:nvPr>
            <p:ph idx="1"/>
          </p:nvPr>
        </p:nvSpPr>
        <p:spPr/>
        <p:txBody>
          <a:bodyPr/>
          <a:lstStyle/>
          <a:p>
            <a:r>
              <a:rPr lang="en-US" dirty="0" smtClean="0"/>
              <a:t>A component is a self-contained, reusable building block in React.</a:t>
            </a:r>
          </a:p>
          <a:p>
            <a:r>
              <a:rPr lang="en-US" dirty="0" smtClean="0"/>
              <a:t>It encapsulates a piece of UI and its behavior.</a:t>
            </a:r>
          </a:p>
          <a:p>
            <a:r>
              <a:rPr lang="en-US" dirty="0" smtClean="0">
                <a:solidFill>
                  <a:srgbClr val="FF0000"/>
                </a:solidFill>
              </a:rPr>
              <a:t>Functional and class components</a:t>
            </a:r>
          </a:p>
          <a:p>
            <a:r>
              <a:rPr lang="en-US" dirty="0" smtClean="0">
                <a:solidFill>
                  <a:srgbClr val="00B0F0"/>
                </a:solidFill>
              </a:rPr>
              <a:t>Functional Components:</a:t>
            </a:r>
          </a:p>
          <a:p>
            <a:r>
              <a:rPr lang="en-US" dirty="0" smtClean="0"/>
              <a:t>A functional component is a JavaScript function that returns a React element.</a:t>
            </a:r>
          </a:p>
          <a:p>
            <a:r>
              <a:rPr lang="en-US" dirty="0" smtClean="0"/>
              <a:t>It's simple and used for presentational purposes.</a:t>
            </a:r>
          </a:p>
          <a:p>
            <a:endParaRPr lang="en-IN" dirty="0"/>
          </a:p>
        </p:txBody>
      </p:sp>
    </p:spTree>
    <p:extLst>
      <p:ext uri="{BB962C8B-B14F-4D97-AF65-F5344CB8AC3E}">
        <p14:creationId xmlns:p14="http://schemas.microsoft.com/office/powerpoint/2010/main" val="3449570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function Welcome(props) {</a:t>
            </a:r>
          </a:p>
          <a:p>
            <a:r>
              <a:rPr lang="en-IN" dirty="0" smtClean="0"/>
              <a:t>  return &lt;h1&gt;Hello, {props.name}!&lt;/h1&gt;;</a:t>
            </a:r>
          </a:p>
          <a:p>
            <a:r>
              <a:rPr lang="en-IN" dirty="0" smtClean="0"/>
              <a:t>}</a:t>
            </a:r>
          </a:p>
          <a:p>
            <a:endParaRPr lang="en-IN" dirty="0"/>
          </a:p>
        </p:txBody>
      </p:sp>
    </p:spTree>
    <p:extLst>
      <p:ext uri="{BB962C8B-B14F-4D97-AF65-F5344CB8AC3E}">
        <p14:creationId xmlns:p14="http://schemas.microsoft.com/office/powerpoint/2010/main" val="1661702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smtClean="0">
                <a:solidFill>
                  <a:srgbClr val="00B0F0"/>
                </a:solidFill>
              </a:rPr>
              <a:t>Class Components:</a:t>
            </a:r>
            <a:endParaRPr lang="en-US" dirty="0" smtClean="0"/>
          </a:p>
          <a:p>
            <a:r>
              <a:rPr lang="en-US" dirty="0" smtClean="0"/>
              <a:t>A class component is a JavaScript class that extends </a:t>
            </a:r>
            <a:r>
              <a:rPr lang="en-US" dirty="0" err="1" smtClean="0"/>
              <a:t>React.Component</a:t>
            </a:r>
            <a:r>
              <a:rPr lang="en-US" dirty="0" smtClean="0"/>
              <a:t>.</a:t>
            </a:r>
          </a:p>
          <a:p>
            <a:r>
              <a:rPr lang="en-US" dirty="0" smtClean="0"/>
              <a:t>It has additional features, such as state and lifecycle methods.</a:t>
            </a:r>
          </a:p>
          <a:p>
            <a:r>
              <a:rPr lang="en-IN" dirty="0" smtClean="0">
                <a:solidFill>
                  <a:srgbClr val="FF0000"/>
                </a:solidFill>
              </a:rPr>
              <a:t>class Welcome extends </a:t>
            </a:r>
            <a:r>
              <a:rPr lang="en-IN" dirty="0" err="1" smtClean="0">
                <a:solidFill>
                  <a:srgbClr val="FF0000"/>
                </a:solidFill>
              </a:rPr>
              <a:t>React.Component</a:t>
            </a:r>
            <a:r>
              <a:rPr lang="en-IN" dirty="0" smtClean="0">
                <a:solidFill>
                  <a:srgbClr val="FF0000"/>
                </a:solidFill>
              </a:rPr>
              <a:t> {</a:t>
            </a:r>
          </a:p>
          <a:p>
            <a:r>
              <a:rPr lang="en-IN" dirty="0" smtClean="0">
                <a:solidFill>
                  <a:srgbClr val="FF0000"/>
                </a:solidFill>
              </a:rPr>
              <a:t>  render() {</a:t>
            </a:r>
          </a:p>
          <a:p>
            <a:r>
              <a:rPr lang="en-IN" dirty="0" smtClean="0">
                <a:solidFill>
                  <a:srgbClr val="FF0000"/>
                </a:solidFill>
              </a:rPr>
              <a:t>    return &lt;h1&gt;Hello, {this.props.name}!&lt;/h1&gt;;</a:t>
            </a:r>
          </a:p>
          <a:p>
            <a:r>
              <a:rPr lang="en-IN" dirty="0" smtClean="0">
                <a:solidFill>
                  <a:srgbClr val="FF0000"/>
                </a:solidFill>
              </a:rPr>
              <a:t>  }</a:t>
            </a:r>
          </a:p>
          <a:p>
            <a:r>
              <a:rPr lang="en-IN" dirty="0" smtClean="0">
                <a:solidFill>
                  <a:srgbClr val="FF0000"/>
                </a:solidFill>
              </a:rPr>
              <a:t>}</a:t>
            </a:r>
          </a:p>
          <a:p>
            <a:endParaRPr lang="en-IN" dirty="0"/>
          </a:p>
        </p:txBody>
      </p:sp>
    </p:spTree>
    <p:extLst>
      <p:ext uri="{BB962C8B-B14F-4D97-AF65-F5344CB8AC3E}">
        <p14:creationId xmlns:p14="http://schemas.microsoft.com/office/powerpoint/2010/main" val="1392718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Rendering Components:</a:t>
            </a:r>
          </a:p>
          <a:p>
            <a:endParaRPr lang="en-US" dirty="0" smtClean="0"/>
          </a:p>
          <a:p>
            <a:r>
              <a:rPr lang="en-US" dirty="0" smtClean="0"/>
              <a:t>To render a component, use the component's name as a JSX tag.</a:t>
            </a:r>
          </a:p>
          <a:p>
            <a:r>
              <a:rPr lang="en-US" dirty="0" err="1" smtClean="0"/>
              <a:t>const</a:t>
            </a:r>
            <a:r>
              <a:rPr lang="en-US" dirty="0" smtClean="0"/>
              <a:t> element = &lt;Welcome name="John" /&gt;;</a:t>
            </a:r>
            <a:endParaRPr lang="en-IN" dirty="0"/>
          </a:p>
        </p:txBody>
      </p:sp>
    </p:spTree>
    <p:extLst>
      <p:ext uri="{BB962C8B-B14F-4D97-AF65-F5344CB8AC3E}">
        <p14:creationId xmlns:p14="http://schemas.microsoft.com/office/powerpoint/2010/main" val="1497261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Props (short for properties) are a way to pass data from a parent component to a child component.</a:t>
            </a:r>
          </a:p>
          <a:p>
            <a:r>
              <a:rPr lang="en-US" dirty="0" smtClean="0"/>
              <a:t>They are immutable and provide a mechanism for components to communicate.</a:t>
            </a:r>
          </a:p>
          <a:p>
            <a:r>
              <a:rPr lang="en-US" dirty="0" smtClean="0"/>
              <a:t>Passing Props:</a:t>
            </a:r>
          </a:p>
          <a:p>
            <a:endParaRPr lang="en-US" dirty="0" smtClean="0"/>
          </a:p>
          <a:p>
            <a:r>
              <a:rPr lang="en-US" dirty="0" smtClean="0"/>
              <a:t>Pass props by adding attributes to the component JSX tag.</a:t>
            </a:r>
            <a:endParaRPr lang="en-IN" dirty="0"/>
          </a:p>
        </p:txBody>
      </p:sp>
    </p:spTree>
    <p:extLst>
      <p:ext uri="{BB962C8B-B14F-4D97-AF65-F5344CB8AC3E}">
        <p14:creationId xmlns:p14="http://schemas.microsoft.com/office/powerpoint/2010/main" val="3059591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dirty="0" err="1" smtClean="0"/>
              <a:t>const</a:t>
            </a:r>
            <a:r>
              <a:rPr lang="en-US" dirty="0" smtClean="0"/>
              <a:t> element = &lt;Welcome name="John" /&gt;;</a:t>
            </a:r>
          </a:p>
          <a:p>
            <a:r>
              <a:rPr lang="en-IN" dirty="0" smtClean="0"/>
              <a:t>// Functional Component</a:t>
            </a:r>
          </a:p>
          <a:p>
            <a:r>
              <a:rPr lang="en-IN" dirty="0" smtClean="0"/>
              <a:t>function Welcome(props) {</a:t>
            </a:r>
          </a:p>
          <a:p>
            <a:r>
              <a:rPr lang="en-IN" dirty="0" smtClean="0"/>
              <a:t>  return &lt;h1&gt;Hello, {props.name}!&lt;/h1&gt;;</a:t>
            </a:r>
          </a:p>
          <a:p>
            <a:r>
              <a:rPr lang="en-IN" dirty="0" smtClean="0"/>
              <a:t>}</a:t>
            </a:r>
          </a:p>
          <a:p>
            <a:endParaRPr lang="en-IN" dirty="0" smtClean="0"/>
          </a:p>
          <a:p>
            <a:r>
              <a:rPr lang="en-IN" dirty="0" smtClean="0"/>
              <a:t>// Class Component</a:t>
            </a:r>
          </a:p>
          <a:p>
            <a:r>
              <a:rPr lang="en-IN" dirty="0" smtClean="0"/>
              <a:t>class Welcome extends </a:t>
            </a:r>
            <a:r>
              <a:rPr lang="en-IN" dirty="0" err="1" smtClean="0"/>
              <a:t>React.Component</a:t>
            </a:r>
            <a:r>
              <a:rPr lang="en-IN" dirty="0" smtClean="0"/>
              <a:t> {</a:t>
            </a:r>
          </a:p>
          <a:p>
            <a:r>
              <a:rPr lang="en-IN" dirty="0" smtClean="0"/>
              <a:t>  render() {</a:t>
            </a:r>
          </a:p>
          <a:p>
            <a:r>
              <a:rPr lang="en-IN" dirty="0" smtClean="0"/>
              <a:t>    return &lt;h1&gt;Hello, {this.props.name}!&lt;/h1&gt;;</a:t>
            </a:r>
          </a:p>
          <a:p>
            <a:r>
              <a:rPr lang="en-IN" dirty="0" smtClean="0"/>
              <a:t>  }</a:t>
            </a:r>
          </a:p>
          <a:p>
            <a:r>
              <a:rPr lang="en-IN" dirty="0" smtClean="0"/>
              <a:t>}</a:t>
            </a:r>
          </a:p>
          <a:p>
            <a:endParaRPr lang="en-IN" dirty="0"/>
          </a:p>
        </p:txBody>
      </p:sp>
    </p:spTree>
    <p:extLst>
      <p:ext uri="{BB962C8B-B14F-4D97-AF65-F5344CB8AC3E}">
        <p14:creationId xmlns:p14="http://schemas.microsoft.com/office/powerpoint/2010/main" val="2219745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1798AF38EB2447A06F50DBDDD6C620" ma:contentTypeVersion="3" ma:contentTypeDescription="Create a new document." ma:contentTypeScope="" ma:versionID="a60a86a4836efeef43a957bf22a35738">
  <xsd:schema xmlns:xsd="http://www.w3.org/2001/XMLSchema" xmlns:xs="http://www.w3.org/2001/XMLSchema" xmlns:p="http://schemas.microsoft.com/office/2006/metadata/properties" xmlns:ns2="544bc39f-1996-488c-b2e2-82e8c15f62a1" targetNamespace="http://schemas.microsoft.com/office/2006/metadata/properties" ma:root="true" ma:fieldsID="8a5c42ef575d5434df065b7725a09ec2" ns2:_="">
    <xsd:import namespace="544bc39f-1996-488c-b2e2-82e8c15f62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4bc39f-1996-488c-b2e2-82e8c15f62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2019377-571C-42AE-9949-0DCE540BB2CB}"/>
</file>

<file path=customXml/itemProps2.xml><?xml version="1.0" encoding="utf-8"?>
<ds:datastoreItem xmlns:ds="http://schemas.openxmlformats.org/officeDocument/2006/customXml" ds:itemID="{24709F64-7456-470E-B932-CBE829BBBA22}"/>
</file>

<file path=customXml/itemProps3.xml><?xml version="1.0" encoding="utf-8"?>
<ds:datastoreItem xmlns:ds="http://schemas.openxmlformats.org/officeDocument/2006/customXml" ds:itemID="{BEAB76EB-4452-4641-B155-F09A4C40D35A}"/>
</file>

<file path=docProps/app.xml><?xml version="1.0" encoding="utf-8"?>
<Properties xmlns="http://schemas.openxmlformats.org/officeDocument/2006/extended-properties" xmlns:vt="http://schemas.openxmlformats.org/officeDocument/2006/docPropsVTypes">
  <TotalTime>136</TotalTime>
  <Words>890</Words>
  <Application>Microsoft Office PowerPoint</Application>
  <PresentationFormat>Widescreen</PresentationFormat>
  <Paragraphs>152</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Consolas</vt:lpstr>
      <vt:lpstr>Wingdings</vt:lpstr>
      <vt:lpstr>Office Theme</vt:lpstr>
      <vt:lpstr>React JS</vt:lpstr>
      <vt:lpstr>Timeline of front-end JavaScript frameworks</vt:lpstr>
      <vt:lpstr>Common tasks in front-end development</vt:lpstr>
      <vt:lpstr>What is react</vt:lpstr>
      <vt:lpstr>Why react</vt:lpstr>
      <vt:lpstr>Key concepts</vt:lpstr>
      <vt:lpstr>This is a simple js DOM code to create element</vt:lpstr>
      <vt:lpstr>How to do in react</vt:lpstr>
      <vt:lpstr>PowerPoint Presentation</vt:lpstr>
      <vt:lpstr>PowerPoint Presentation</vt:lpstr>
      <vt:lpstr>PowerPoint Presentation</vt:lpstr>
      <vt:lpstr>What is JSX?</vt:lpstr>
      <vt:lpstr>JSX: the React programming language</vt:lpstr>
      <vt:lpstr>Virtual Document Object Model (DOM) </vt:lpstr>
      <vt:lpstr>PowerPoint Presentation</vt:lpstr>
      <vt:lpstr>Anatomy of a React component</vt:lpstr>
      <vt:lpstr>Todo application</vt:lpstr>
      <vt:lpstr>Component Hierarchy</vt:lpstr>
      <vt:lpstr>Creating a new React app</vt:lpstr>
      <vt:lpstr>Anatomy of a new React app</vt:lpstr>
      <vt:lpstr>Components and Props:</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JS</dc:title>
  <dc:creator>T Vijayetha</dc:creator>
  <cp:lastModifiedBy>T Vijayetha</cp:lastModifiedBy>
  <cp:revision>10</cp:revision>
  <dcterms:created xsi:type="dcterms:W3CDTF">2024-01-08T05:04:25Z</dcterms:created>
  <dcterms:modified xsi:type="dcterms:W3CDTF">2026-01-05T05:12:33Z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0x010100E41798AF38EB2447A06F50DBDDD6C620</vt:lpwstr>
  </property>
</Properties>
</file>